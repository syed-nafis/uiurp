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719"/>
  </p:normalViewPr>
  <p:slideViewPr>
    <p:cSldViewPr snapToGrid="0" snapToObjects="1">
      <p:cViewPr varScale="1">
        <p:scale>
          <a:sx n="152" d="100"/>
          <a:sy n="152" d="100"/>
        </p:scale>
        <p:origin x="32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6" Type="http://schemas.openxmlformats.org/officeDocument/2006/relationships/image" Target="../media/image29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Relationship Id="rId14" Type="http://schemas.openxmlformats.org/officeDocument/2006/relationships/image" Target="../media/image2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6" Type="http://schemas.openxmlformats.org/officeDocument/2006/relationships/image" Target="../media/image29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Relationship Id="rId1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4FD6B6-2AB0-485D-901D-3335D3BBEA95}" type="doc">
      <dgm:prSet loTypeId="urn:microsoft.com/office/officeart/2005/8/layout/default" loCatId="list" qsTypeId="urn:microsoft.com/office/officeart/2005/8/quickstyle/simple5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7DDDF5B-C067-4F0C-BF83-1722D4E539AF}">
      <dgm:prSet/>
      <dgm:spPr/>
      <dgm:t>
        <a:bodyPr/>
        <a:lstStyle/>
        <a:p>
          <a:r>
            <a:rPr lang="en-US"/>
            <a:t>- No centralized patient medical history system</a:t>
          </a:r>
        </a:p>
      </dgm:t>
    </dgm:pt>
    <dgm:pt modelId="{705D9BBF-FB07-46AC-93F1-A3D1028070F9}" type="parTrans" cxnId="{ED3E7C5B-0264-4109-93A0-385AC9A176C4}">
      <dgm:prSet/>
      <dgm:spPr/>
      <dgm:t>
        <a:bodyPr/>
        <a:lstStyle/>
        <a:p>
          <a:endParaRPr lang="en-US"/>
        </a:p>
      </dgm:t>
    </dgm:pt>
    <dgm:pt modelId="{3FBF1E47-46F7-4E32-9AD3-AA2AE809404A}" type="sibTrans" cxnId="{ED3E7C5B-0264-4109-93A0-385AC9A176C4}">
      <dgm:prSet/>
      <dgm:spPr/>
      <dgm:t>
        <a:bodyPr/>
        <a:lstStyle/>
        <a:p>
          <a:endParaRPr lang="en-US"/>
        </a:p>
      </dgm:t>
    </dgm:pt>
    <dgm:pt modelId="{7DDFC513-6D3F-44D1-80C3-0ADD42BA9A9C}">
      <dgm:prSet/>
      <dgm:spPr/>
      <dgm:t>
        <a:bodyPr/>
        <a:lstStyle/>
        <a:p>
          <a:r>
            <a:rPr lang="en-US"/>
            <a:t>- Paper-based prescriptions dominate</a:t>
          </a:r>
        </a:p>
      </dgm:t>
    </dgm:pt>
    <dgm:pt modelId="{D66E5D7C-80ED-4A95-9FE0-A44EF453AB94}" type="parTrans" cxnId="{E4CA0DC0-2C21-4C69-AD2A-41D85AA678E6}">
      <dgm:prSet/>
      <dgm:spPr/>
      <dgm:t>
        <a:bodyPr/>
        <a:lstStyle/>
        <a:p>
          <a:endParaRPr lang="en-US"/>
        </a:p>
      </dgm:t>
    </dgm:pt>
    <dgm:pt modelId="{582D67E9-576B-473C-9A65-930F39D3BCD7}" type="sibTrans" cxnId="{E4CA0DC0-2C21-4C69-AD2A-41D85AA678E6}">
      <dgm:prSet/>
      <dgm:spPr/>
      <dgm:t>
        <a:bodyPr/>
        <a:lstStyle/>
        <a:p>
          <a:endParaRPr lang="en-US"/>
        </a:p>
      </dgm:t>
    </dgm:pt>
    <dgm:pt modelId="{83456A8D-9E08-44DA-9F38-DF703DE6A67D}">
      <dgm:prSet/>
      <dgm:spPr/>
      <dgm:t>
        <a:bodyPr/>
        <a:lstStyle/>
        <a:p>
          <a:r>
            <a:rPr lang="en-US"/>
            <a:t>- Most chamber doctors work manually</a:t>
          </a:r>
        </a:p>
      </dgm:t>
    </dgm:pt>
    <dgm:pt modelId="{D4305CA1-F7A1-41EA-B791-CC04EB3EDB2B}" type="parTrans" cxnId="{29E5BDC3-AFCF-4A71-8B15-73CEA7B5B724}">
      <dgm:prSet/>
      <dgm:spPr/>
      <dgm:t>
        <a:bodyPr/>
        <a:lstStyle/>
        <a:p>
          <a:endParaRPr lang="en-US"/>
        </a:p>
      </dgm:t>
    </dgm:pt>
    <dgm:pt modelId="{B71ABFD2-8A88-4652-B158-77F4EE407806}" type="sibTrans" cxnId="{29E5BDC3-AFCF-4A71-8B15-73CEA7B5B724}">
      <dgm:prSet/>
      <dgm:spPr/>
      <dgm:t>
        <a:bodyPr/>
        <a:lstStyle/>
        <a:p>
          <a:endParaRPr lang="en-US"/>
        </a:p>
      </dgm:t>
    </dgm:pt>
    <dgm:pt modelId="{1AEB7D2B-1F43-4983-A9FA-3C36F9537C92}">
      <dgm:prSet/>
      <dgm:spPr/>
      <dgm:t>
        <a:bodyPr/>
        <a:lstStyle/>
        <a:p>
          <a:r>
            <a:rPr lang="en-US"/>
            <a:t>- Rural patients often lose access to past records</a:t>
          </a:r>
        </a:p>
      </dgm:t>
    </dgm:pt>
    <dgm:pt modelId="{8D3CD350-DAE4-4C05-9CD8-E477198D301B}" type="parTrans" cxnId="{5CA8D986-0141-49F8-8992-326D059A0E13}">
      <dgm:prSet/>
      <dgm:spPr/>
      <dgm:t>
        <a:bodyPr/>
        <a:lstStyle/>
        <a:p>
          <a:endParaRPr lang="en-US"/>
        </a:p>
      </dgm:t>
    </dgm:pt>
    <dgm:pt modelId="{CF1C96DB-C110-4B45-A6FE-7AA382597806}" type="sibTrans" cxnId="{5CA8D986-0141-49F8-8992-326D059A0E13}">
      <dgm:prSet/>
      <dgm:spPr/>
      <dgm:t>
        <a:bodyPr/>
        <a:lstStyle/>
        <a:p>
          <a:endParaRPr lang="en-US"/>
        </a:p>
      </dgm:t>
    </dgm:pt>
    <dgm:pt modelId="{D7D371E4-D054-4E69-98D0-9C05D28425C6}">
      <dgm:prSet/>
      <dgm:spPr/>
      <dgm:t>
        <a:bodyPr/>
        <a:lstStyle/>
        <a:p>
          <a:r>
            <a:rPr lang="en-US"/>
            <a:t>- Health information is fragmented and inconsistent</a:t>
          </a:r>
        </a:p>
      </dgm:t>
    </dgm:pt>
    <dgm:pt modelId="{BA27E3DF-342B-4095-BB2C-FC06D62B11C4}" type="parTrans" cxnId="{9C7BA6DD-59C9-46CA-8C06-0113A8FD7844}">
      <dgm:prSet/>
      <dgm:spPr/>
      <dgm:t>
        <a:bodyPr/>
        <a:lstStyle/>
        <a:p>
          <a:endParaRPr lang="en-US"/>
        </a:p>
      </dgm:t>
    </dgm:pt>
    <dgm:pt modelId="{F13B7E60-7277-48F5-8906-0130CF33196E}" type="sibTrans" cxnId="{9C7BA6DD-59C9-46CA-8C06-0113A8FD7844}">
      <dgm:prSet/>
      <dgm:spPr/>
      <dgm:t>
        <a:bodyPr/>
        <a:lstStyle/>
        <a:p>
          <a:endParaRPr lang="en-US"/>
        </a:p>
      </dgm:t>
    </dgm:pt>
    <dgm:pt modelId="{28CF660A-98D0-5242-AD9F-5C3F12D49B78}" type="pres">
      <dgm:prSet presAssocID="{AA4FD6B6-2AB0-485D-901D-3335D3BBEA95}" presName="diagram" presStyleCnt="0">
        <dgm:presLayoutVars>
          <dgm:dir/>
          <dgm:resizeHandles val="exact"/>
        </dgm:presLayoutVars>
      </dgm:prSet>
      <dgm:spPr/>
    </dgm:pt>
    <dgm:pt modelId="{9F15A5D9-836C-1943-B55A-F994F17BE0A1}" type="pres">
      <dgm:prSet presAssocID="{07DDDF5B-C067-4F0C-BF83-1722D4E539AF}" presName="node" presStyleLbl="node1" presStyleIdx="0" presStyleCnt="5">
        <dgm:presLayoutVars>
          <dgm:bulletEnabled val="1"/>
        </dgm:presLayoutVars>
      </dgm:prSet>
      <dgm:spPr/>
    </dgm:pt>
    <dgm:pt modelId="{35D7D7AE-F422-4B4C-B5FC-3BCC6534C49B}" type="pres">
      <dgm:prSet presAssocID="{3FBF1E47-46F7-4E32-9AD3-AA2AE809404A}" presName="sibTrans" presStyleCnt="0"/>
      <dgm:spPr/>
    </dgm:pt>
    <dgm:pt modelId="{5C1E2C1B-8698-AD41-A715-CC6A61325C71}" type="pres">
      <dgm:prSet presAssocID="{7DDFC513-6D3F-44D1-80C3-0ADD42BA9A9C}" presName="node" presStyleLbl="node1" presStyleIdx="1" presStyleCnt="5">
        <dgm:presLayoutVars>
          <dgm:bulletEnabled val="1"/>
        </dgm:presLayoutVars>
      </dgm:prSet>
      <dgm:spPr/>
    </dgm:pt>
    <dgm:pt modelId="{AE85D9D0-95BA-E94C-B653-ABEEAE97AE1F}" type="pres">
      <dgm:prSet presAssocID="{582D67E9-576B-473C-9A65-930F39D3BCD7}" presName="sibTrans" presStyleCnt="0"/>
      <dgm:spPr/>
    </dgm:pt>
    <dgm:pt modelId="{A4DBD085-B1A2-7949-9B0A-5DE4C84F689E}" type="pres">
      <dgm:prSet presAssocID="{83456A8D-9E08-44DA-9F38-DF703DE6A67D}" presName="node" presStyleLbl="node1" presStyleIdx="2" presStyleCnt="5">
        <dgm:presLayoutVars>
          <dgm:bulletEnabled val="1"/>
        </dgm:presLayoutVars>
      </dgm:prSet>
      <dgm:spPr/>
    </dgm:pt>
    <dgm:pt modelId="{78416124-6F65-994D-868C-FAEBD856E3DF}" type="pres">
      <dgm:prSet presAssocID="{B71ABFD2-8A88-4652-B158-77F4EE407806}" presName="sibTrans" presStyleCnt="0"/>
      <dgm:spPr/>
    </dgm:pt>
    <dgm:pt modelId="{4CEEEA4C-C93D-6A4C-A2F4-B99F64326D5F}" type="pres">
      <dgm:prSet presAssocID="{1AEB7D2B-1F43-4983-A9FA-3C36F9537C92}" presName="node" presStyleLbl="node1" presStyleIdx="3" presStyleCnt="5">
        <dgm:presLayoutVars>
          <dgm:bulletEnabled val="1"/>
        </dgm:presLayoutVars>
      </dgm:prSet>
      <dgm:spPr/>
    </dgm:pt>
    <dgm:pt modelId="{5D0F0537-6E50-8241-9B1F-20C5B4DB0763}" type="pres">
      <dgm:prSet presAssocID="{CF1C96DB-C110-4B45-A6FE-7AA382597806}" presName="sibTrans" presStyleCnt="0"/>
      <dgm:spPr/>
    </dgm:pt>
    <dgm:pt modelId="{9D86DDE0-5E5A-F54A-B89E-E76757400454}" type="pres">
      <dgm:prSet presAssocID="{D7D371E4-D054-4E69-98D0-9C05D28425C6}" presName="node" presStyleLbl="node1" presStyleIdx="4" presStyleCnt="5">
        <dgm:presLayoutVars>
          <dgm:bulletEnabled val="1"/>
        </dgm:presLayoutVars>
      </dgm:prSet>
      <dgm:spPr/>
    </dgm:pt>
  </dgm:ptLst>
  <dgm:cxnLst>
    <dgm:cxn modelId="{AAEC7F14-D3D3-6D47-B592-20F01980C1FF}" type="presOf" srcId="{D7D371E4-D054-4E69-98D0-9C05D28425C6}" destId="{9D86DDE0-5E5A-F54A-B89E-E76757400454}" srcOrd="0" destOrd="0" presId="urn:microsoft.com/office/officeart/2005/8/layout/default"/>
    <dgm:cxn modelId="{1E8FA53F-D4A8-0549-BB72-E8FB2DC4637E}" type="presOf" srcId="{AA4FD6B6-2AB0-485D-901D-3335D3BBEA95}" destId="{28CF660A-98D0-5242-AD9F-5C3F12D49B78}" srcOrd="0" destOrd="0" presId="urn:microsoft.com/office/officeart/2005/8/layout/default"/>
    <dgm:cxn modelId="{ED3E7C5B-0264-4109-93A0-385AC9A176C4}" srcId="{AA4FD6B6-2AB0-485D-901D-3335D3BBEA95}" destId="{07DDDF5B-C067-4F0C-BF83-1722D4E539AF}" srcOrd="0" destOrd="0" parTransId="{705D9BBF-FB07-46AC-93F1-A3D1028070F9}" sibTransId="{3FBF1E47-46F7-4E32-9AD3-AA2AE809404A}"/>
    <dgm:cxn modelId="{E1734D83-2793-FB45-9539-620790CE8203}" type="presOf" srcId="{07DDDF5B-C067-4F0C-BF83-1722D4E539AF}" destId="{9F15A5D9-836C-1943-B55A-F994F17BE0A1}" srcOrd="0" destOrd="0" presId="urn:microsoft.com/office/officeart/2005/8/layout/default"/>
    <dgm:cxn modelId="{5CA8D986-0141-49F8-8992-326D059A0E13}" srcId="{AA4FD6B6-2AB0-485D-901D-3335D3BBEA95}" destId="{1AEB7D2B-1F43-4983-A9FA-3C36F9537C92}" srcOrd="3" destOrd="0" parTransId="{8D3CD350-DAE4-4C05-9CD8-E477198D301B}" sibTransId="{CF1C96DB-C110-4B45-A6FE-7AA382597806}"/>
    <dgm:cxn modelId="{E4CA0DC0-2C21-4C69-AD2A-41D85AA678E6}" srcId="{AA4FD6B6-2AB0-485D-901D-3335D3BBEA95}" destId="{7DDFC513-6D3F-44D1-80C3-0ADD42BA9A9C}" srcOrd="1" destOrd="0" parTransId="{D66E5D7C-80ED-4A95-9FE0-A44EF453AB94}" sibTransId="{582D67E9-576B-473C-9A65-930F39D3BCD7}"/>
    <dgm:cxn modelId="{29E5BDC3-AFCF-4A71-8B15-73CEA7B5B724}" srcId="{AA4FD6B6-2AB0-485D-901D-3335D3BBEA95}" destId="{83456A8D-9E08-44DA-9F38-DF703DE6A67D}" srcOrd="2" destOrd="0" parTransId="{D4305CA1-F7A1-41EA-B791-CC04EB3EDB2B}" sibTransId="{B71ABFD2-8A88-4652-B158-77F4EE407806}"/>
    <dgm:cxn modelId="{9C7BA6DD-59C9-46CA-8C06-0113A8FD7844}" srcId="{AA4FD6B6-2AB0-485D-901D-3335D3BBEA95}" destId="{D7D371E4-D054-4E69-98D0-9C05D28425C6}" srcOrd="4" destOrd="0" parTransId="{BA27E3DF-342B-4095-BB2C-FC06D62B11C4}" sibTransId="{F13B7E60-7277-48F5-8906-0130CF33196E}"/>
    <dgm:cxn modelId="{CB42BCDE-4812-A340-BB2F-AE5F2A330814}" type="presOf" srcId="{7DDFC513-6D3F-44D1-80C3-0ADD42BA9A9C}" destId="{5C1E2C1B-8698-AD41-A715-CC6A61325C71}" srcOrd="0" destOrd="0" presId="urn:microsoft.com/office/officeart/2005/8/layout/default"/>
    <dgm:cxn modelId="{C2EDA3E4-8C22-4E47-A395-6BBBB2EBA84E}" type="presOf" srcId="{83456A8D-9E08-44DA-9F38-DF703DE6A67D}" destId="{A4DBD085-B1A2-7949-9B0A-5DE4C84F689E}" srcOrd="0" destOrd="0" presId="urn:microsoft.com/office/officeart/2005/8/layout/default"/>
    <dgm:cxn modelId="{735BFEE9-5DC5-CF46-A164-2C3416C9D0C1}" type="presOf" srcId="{1AEB7D2B-1F43-4983-A9FA-3C36F9537C92}" destId="{4CEEEA4C-C93D-6A4C-A2F4-B99F64326D5F}" srcOrd="0" destOrd="0" presId="urn:microsoft.com/office/officeart/2005/8/layout/default"/>
    <dgm:cxn modelId="{85D7DB69-8FAB-2B44-94A1-69EFF4EE114B}" type="presParOf" srcId="{28CF660A-98D0-5242-AD9F-5C3F12D49B78}" destId="{9F15A5D9-836C-1943-B55A-F994F17BE0A1}" srcOrd="0" destOrd="0" presId="urn:microsoft.com/office/officeart/2005/8/layout/default"/>
    <dgm:cxn modelId="{8E40113A-2ED5-AA4C-B440-4A06793A9FC9}" type="presParOf" srcId="{28CF660A-98D0-5242-AD9F-5C3F12D49B78}" destId="{35D7D7AE-F422-4B4C-B5FC-3BCC6534C49B}" srcOrd="1" destOrd="0" presId="urn:microsoft.com/office/officeart/2005/8/layout/default"/>
    <dgm:cxn modelId="{54BD8714-05C0-8346-9217-406E09C60CAA}" type="presParOf" srcId="{28CF660A-98D0-5242-AD9F-5C3F12D49B78}" destId="{5C1E2C1B-8698-AD41-A715-CC6A61325C71}" srcOrd="2" destOrd="0" presId="urn:microsoft.com/office/officeart/2005/8/layout/default"/>
    <dgm:cxn modelId="{08A9A852-A9CC-7344-8546-219FF5719F65}" type="presParOf" srcId="{28CF660A-98D0-5242-AD9F-5C3F12D49B78}" destId="{AE85D9D0-95BA-E94C-B653-ABEEAE97AE1F}" srcOrd="3" destOrd="0" presId="urn:microsoft.com/office/officeart/2005/8/layout/default"/>
    <dgm:cxn modelId="{954D8D10-394A-E84E-87E2-5EBA6944DA0F}" type="presParOf" srcId="{28CF660A-98D0-5242-AD9F-5C3F12D49B78}" destId="{A4DBD085-B1A2-7949-9B0A-5DE4C84F689E}" srcOrd="4" destOrd="0" presId="urn:microsoft.com/office/officeart/2005/8/layout/default"/>
    <dgm:cxn modelId="{6F65138D-C234-B044-9321-3356023695DD}" type="presParOf" srcId="{28CF660A-98D0-5242-AD9F-5C3F12D49B78}" destId="{78416124-6F65-994D-868C-FAEBD856E3DF}" srcOrd="5" destOrd="0" presId="urn:microsoft.com/office/officeart/2005/8/layout/default"/>
    <dgm:cxn modelId="{29D8887F-E23F-4E4E-8EB9-74B2DC3FC230}" type="presParOf" srcId="{28CF660A-98D0-5242-AD9F-5C3F12D49B78}" destId="{4CEEEA4C-C93D-6A4C-A2F4-B99F64326D5F}" srcOrd="6" destOrd="0" presId="urn:microsoft.com/office/officeart/2005/8/layout/default"/>
    <dgm:cxn modelId="{92917E09-1045-B547-8F55-13F0E8A61C8E}" type="presParOf" srcId="{28CF660A-98D0-5242-AD9F-5C3F12D49B78}" destId="{5D0F0537-6E50-8241-9B1F-20C5B4DB0763}" srcOrd="7" destOrd="0" presId="urn:microsoft.com/office/officeart/2005/8/layout/default"/>
    <dgm:cxn modelId="{D3BEC413-2F9E-544D-B6DB-8A0CAD409384}" type="presParOf" srcId="{28CF660A-98D0-5242-AD9F-5C3F12D49B78}" destId="{9D86DDE0-5E5A-F54A-B89E-E76757400454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D3DB6F-97EB-4344-A792-4A01E4D0B88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97886FF-DFFD-4A39-9B44-52BAFB8C0466}">
      <dgm:prSet/>
      <dgm:spPr/>
      <dgm:t>
        <a:bodyPr/>
        <a:lstStyle/>
        <a:p>
          <a:r>
            <a:rPr lang="en-US"/>
            <a:t>- WHO estimates ~60% diagnostic errors are due to lack of history</a:t>
          </a:r>
        </a:p>
      </dgm:t>
    </dgm:pt>
    <dgm:pt modelId="{3881D63F-6402-437A-828F-7F786C46AFD1}" type="parTrans" cxnId="{9756F1F5-CFDE-4539-A20E-588F74352C05}">
      <dgm:prSet/>
      <dgm:spPr/>
      <dgm:t>
        <a:bodyPr/>
        <a:lstStyle/>
        <a:p>
          <a:endParaRPr lang="en-US"/>
        </a:p>
      </dgm:t>
    </dgm:pt>
    <dgm:pt modelId="{A22CC7DB-75AA-44B6-8A9C-773AB7D18C97}" type="sibTrans" cxnId="{9756F1F5-CFDE-4539-A20E-588F74352C05}">
      <dgm:prSet/>
      <dgm:spPr/>
      <dgm:t>
        <a:bodyPr/>
        <a:lstStyle/>
        <a:p>
          <a:endParaRPr lang="en-US"/>
        </a:p>
      </dgm:t>
    </dgm:pt>
    <dgm:pt modelId="{C239BB74-CCAE-41C5-A3CF-2BF85F5FF257}">
      <dgm:prSet/>
      <dgm:spPr/>
      <dgm:t>
        <a:bodyPr/>
        <a:lstStyle/>
        <a:p>
          <a:r>
            <a:rPr lang="en-US"/>
            <a:t>- In Bangladesh, 25,000+ deaths yearly are linked to mistreatment</a:t>
          </a:r>
        </a:p>
      </dgm:t>
    </dgm:pt>
    <dgm:pt modelId="{4D44515D-C074-4C54-8392-DEC5A41001FF}" type="parTrans" cxnId="{338AD3DC-F36A-4412-A18B-AEA063189399}">
      <dgm:prSet/>
      <dgm:spPr/>
      <dgm:t>
        <a:bodyPr/>
        <a:lstStyle/>
        <a:p>
          <a:endParaRPr lang="en-US"/>
        </a:p>
      </dgm:t>
    </dgm:pt>
    <dgm:pt modelId="{23C216C5-7AC9-42DF-A26A-7BF14B0F15C6}" type="sibTrans" cxnId="{338AD3DC-F36A-4412-A18B-AEA063189399}">
      <dgm:prSet/>
      <dgm:spPr/>
      <dgm:t>
        <a:bodyPr/>
        <a:lstStyle/>
        <a:p>
          <a:endParaRPr lang="en-US"/>
        </a:p>
      </dgm:t>
    </dgm:pt>
    <dgm:pt modelId="{589C0534-792B-4F99-94AD-0497F96E606B}">
      <dgm:prSet/>
      <dgm:spPr/>
      <dgm:t>
        <a:bodyPr/>
        <a:lstStyle/>
        <a:p>
          <a:r>
            <a:rPr lang="en-US"/>
            <a:t>- Repeat tests, misdiagnoses, and wrong medications are common</a:t>
          </a:r>
        </a:p>
      </dgm:t>
    </dgm:pt>
    <dgm:pt modelId="{DC5EC9C6-F2E0-4413-BF48-06A1FDF45A4A}" type="parTrans" cxnId="{65659201-D464-490C-A676-7354CAC29EC9}">
      <dgm:prSet/>
      <dgm:spPr/>
      <dgm:t>
        <a:bodyPr/>
        <a:lstStyle/>
        <a:p>
          <a:endParaRPr lang="en-US"/>
        </a:p>
      </dgm:t>
    </dgm:pt>
    <dgm:pt modelId="{47ABDF89-E3AA-4FC8-BFB5-61AE159E127A}" type="sibTrans" cxnId="{65659201-D464-490C-A676-7354CAC29EC9}">
      <dgm:prSet/>
      <dgm:spPr/>
      <dgm:t>
        <a:bodyPr/>
        <a:lstStyle/>
        <a:p>
          <a:endParaRPr lang="en-US"/>
        </a:p>
      </dgm:t>
    </dgm:pt>
    <dgm:pt modelId="{0747C34D-61C9-4882-BDA7-4237B002D2C0}">
      <dgm:prSet/>
      <dgm:spPr/>
      <dgm:t>
        <a:bodyPr/>
        <a:lstStyle/>
        <a:p>
          <a:r>
            <a:rPr lang="en-US"/>
            <a:t>- Chronic patients like diabetics and cardiac patients are most affected</a:t>
          </a:r>
        </a:p>
      </dgm:t>
    </dgm:pt>
    <dgm:pt modelId="{BF2E3CE8-FE0F-4B56-AE0B-54873ADBF3BF}" type="parTrans" cxnId="{650663D4-E415-499E-92DC-4E7725A90243}">
      <dgm:prSet/>
      <dgm:spPr/>
      <dgm:t>
        <a:bodyPr/>
        <a:lstStyle/>
        <a:p>
          <a:endParaRPr lang="en-US"/>
        </a:p>
      </dgm:t>
    </dgm:pt>
    <dgm:pt modelId="{6AE758C1-9655-40A2-BB64-277262774569}" type="sibTrans" cxnId="{650663D4-E415-499E-92DC-4E7725A90243}">
      <dgm:prSet/>
      <dgm:spPr/>
      <dgm:t>
        <a:bodyPr/>
        <a:lstStyle/>
        <a:p>
          <a:endParaRPr lang="en-US"/>
        </a:p>
      </dgm:t>
    </dgm:pt>
    <dgm:pt modelId="{F8C7722A-2874-AC4F-AC00-25948F6FA3CC}" type="pres">
      <dgm:prSet presAssocID="{CBD3DB6F-97EB-4344-A792-4A01E4D0B889}" presName="linear" presStyleCnt="0">
        <dgm:presLayoutVars>
          <dgm:animLvl val="lvl"/>
          <dgm:resizeHandles val="exact"/>
        </dgm:presLayoutVars>
      </dgm:prSet>
      <dgm:spPr/>
    </dgm:pt>
    <dgm:pt modelId="{F4181279-BF5D-2740-9D84-5AE220A9462A}" type="pres">
      <dgm:prSet presAssocID="{097886FF-DFFD-4A39-9B44-52BAFB8C046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31D585A-F859-9044-9638-0F760182B9E4}" type="pres">
      <dgm:prSet presAssocID="{A22CC7DB-75AA-44B6-8A9C-773AB7D18C97}" presName="spacer" presStyleCnt="0"/>
      <dgm:spPr/>
    </dgm:pt>
    <dgm:pt modelId="{25996DC2-40F7-EC49-83E3-DA7E409DE4D1}" type="pres">
      <dgm:prSet presAssocID="{C239BB74-CCAE-41C5-A3CF-2BF85F5FF25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B7C1E4A-869A-4342-998D-CBFFCB22C1DF}" type="pres">
      <dgm:prSet presAssocID="{23C216C5-7AC9-42DF-A26A-7BF14B0F15C6}" presName="spacer" presStyleCnt="0"/>
      <dgm:spPr/>
    </dgm:pt>
    <dgm:pt modelId="{E32EAADE-59CD-6642-A4DC-D318B63A3FA4}" type="pres">
      <dgm:prSet presAssocID="{589C0534-792B-4F99-94AD-0497F96E606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8BFCE32-026C-ED43-8D93-B4C1A1B4D67D}" type="pres">
      <dgm:prSet presAssocID="{47ABDF89-E3AA-4FC8-BFB5-61AE159E127A}" presName="spacer" presStyleCnt="0"/>
      <dgm:spPr/>
    </dgm:pt>
    <dgm:pt modelId="{28DC15B4-2002-C847-87C7-0B0FE4200067}" type="pres">
      <dgm:prSet presAssocID="{0747C34D-61C9-4882-BDA7-4237B002D2C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5659201-D464-490C-A676-7354CAC29EC9}" srcId="{CBD3DB6F-97EB-4344-A792-4A01E4D0B889}" destId="{589C0534-792B-4F99-94AD-0497F96E606B}" srcOrd="2" destOrd="0" parTransId="{DC5EC9C6-F2E0-4413-BF48-06A1FDF45A4A}" sibTransId="{47ABDF89-E3AA-4FC8-BFB5-61AE159E127A}"/>
    <dgm:cxn modelId="{B2DC6E18-656A-FB4D-B85E-20CAB2216B83}" type="presOf" srcId="{C239BB74-CCAE-41C5-A3CF-2BF85F5FF257}" destId="{25996DC2-40F7-EC49-83E3-DA7E409DE4D1}" srcOrd="0" destOrd="0" presId="urn:microsoft.com/office/officeart/2005/8/layout/vList2"/>
    <dgm:cxn modelId="{35993323-383C-374E-9442-1D747ED7B42C}" type="presOf" srcId="{097886FF-DFFD-4A39-9B44-52BAFB8C0466}" destId="{F4181279-BF5D-2740-9D84-5AE220A9462A}" srcOrd="0" destOrd="0" presId="urn:microsoft.com/office/officeart/2005/8/layout/vList2"/>
    <dgm:cxn modelId="{33D71D28-E8DD-3342-AF97-FE07D448F84E}" type="presOf" srcId="{589C0534-792B-4F99-94AD-0497F96E606B}" destId="{E32EAADE-59CD-6642-A4DC-D318B63A3FA4}" srcOrd="0" destOrd="0" presId="urn:microsoft.com/office/officeart/2005/8/layout/vList2"/>
    <dgm:cxn modelId="{98C52080-E4B4-3E4E-88BF-64DD2FB97721}" type="presOf" srcId="{CBD3DB6F-97EB-4344-A792-4A01E4D0B889}" destId="{F8C7722A-2874-AC4F-AC00-25948F6FA3CC}" srcOrd="0" destOrd="0" presId="urn:microsoft.com/office/officeart/2005/8/layout/vList2"/>
    <dgm:cxn modelId="{26D10591-EC92-2549-B657-B64311ABB3F9}" type="presOf" srcId="{0747C34D-61C9-4882-BDA7-4237B002D2C0}" destId="{28DC15B4-2002-C847-87C7-0B0FE4200067}" srcOrd="0" destOrd="0" presId="urn:microsoft.com/office/officeart/2005/8/layout/vList2"/>
    <dgm:cxn modelId="{650663D4-E415-499E-92DC-4E7725A90243}" srcId="{CBD3DB6F-97EB-4344-A792-4A01E4D0B889}" destId="{0747C34D-61C9-4882-BDA7-4237B002D2C0}" srcOrd="3" destOrd="0" parTransId="{BF2E3CE8-FE0F-4B56-AE0B-54873ADBF3BF}" sibTransId="{6AE758C1-9655-40A2-BB64-277262774569}"/>
    <dgm:cxn modelId="{338AD3DC-F36A-4412-A18B-AEA063189399}" srcId="{CBD3DB6F-97EB-4344-A792-4A01E4D0B889}" destId="{C239BB74-CCAE-41C5-A3CF-2BF85F5FF257}" srcOrd="1" destOrd="0" parTransId="{4D44515D-C074-4C54-8392-DEC5A41001FF}" sibTransId="{23C216C5-7AC9-42DF-A26A-7BF14B0F15C6}"/>
    <dgm:cxn modelId="{9756F1F5-CFDE-4539-A20E-588F74352C05}" srcId="{CBD3DB6F-97EB-4344-A792-4A01E4D0B889}" destId="{097886FF-DFFD-4A39-9B44-52BAFB8C0466}" srcOrd="0" destOrd="0" parTransId="{3881D63F-6402-437A-828F-7F786C46AFD1}" sibTransId="{A22CC7DB-75AA-44B6-8A9C-773AB7D18C97}"/>
    <dgm:cxn modelId="{8C086319-44F1-4445-AEA5-35B22013CFDF}" type="presParOf" srcId="{F8C7722A-2874-AC4F-AC00-25948F6FA3CC}" destId="{F4181279-BF5D-2740-9D84-5AE220A9462A}" srcOrd="0" destOrd="0" presId="urn:microsoft.com/office/officeart/2005/8/layout/vList2"/>
    <dgm:cxn modelId="{D3A6909E-06F3-124A-B3ED-DAB6E674B29C}" type="presParOf" srcId="{F8C7722A-2874-AC4F-AC00-25948F6FA3CC}" destId="{831D585A-F859-9044-9638-0F760182B9E4}" srcOrd="1" destOrd="0" presId="urn:microsoft.com/office/officeart/2005/8/layout/vList2"/>
    <dgm:cxn modelId="{F77EB61E-1AB2-DC4B-9512-E95CCA39A5E9}" type="presParOf" srcId="{F8C7722A-2874-AC4F-AC00-25948F6FA3CC}" destId="{25996DC2-40F7-EC49-83E3-DA7E409DE4D1}" srcOrd="2" destOrd="0" presId="urn:microsoft.com/office/officeart/2005/8/layout/vList2"/>
    <dgm:cxn modelId="{08463F40-645A-E941-8882-522155D3DB89}" type="presParOf" srcId="{F8C7722A-2874-AC4F-AC00-25948F6FA3CC}" destId="{0B7C1E4A-869A-4342-998D-CBFFCB22C1DF}" srcOrd="3" destOrd="0" presId="urn:microsoft.com/office/officeart/2005/8/layout/vList2"/>
    <dgm:cxn modelId="{79B09B07-640B-8647-9DE7-63A014A3774F}" type="presParOf" srcId="{F8C7722A-2874-AC4F-AC00-25948F6FA3CC}" destId="{E32EAADE-59CD-6642-A4DC-D318B63A3FA4}" srcOrd="4" destOrd="0" presId="urn:microsoft.com/office/officeart/2005/8/layout/vList2"/>
    <dgm:cxn modelId="{81DDBA4D-7393-D04F-B9AF-805894056F8E}" type="presParOf" srcId="{F8C7722A-2874-AC4F-AC00-25948F6FA3CC}" destId="{C8BFCE32-026C-ED43-8D93-B4C1A1B4D67D}" srcOrd="5" destOrd="0" presId="urn:microsoft.com/office/officeart/2005/8/layout/vList2"/>
    <dgm:cxn modelId="{953FD2BF-6B52-D643-88F8-96190F0BEA12}" type="presParOf" srcId="{F8C7722A-2874-AC4F-AC00-25948F6FA3CC}" destId="{28DC15B4-2002-C847-87C7-0B0FE420006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76827BA-0ED8-49EE-A9EE-0FD485513C1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564ABB2-46BC-4DFA-9EAB-E691E4A1EA54}">
      <dgm:prSet/>
      <dgm:spPr/>
      <dgm:t>
        <a:bodyPr/>
        <a:lstStyle/>
        <a:p>
          <a:r>
            <a:rPr lang="en-US"/>
            <a:t>- Population: 170 million</a:t>
          </a:r>
        </a:p>
      </dgm:t>
    </dgm:pt>
    <dgm:pt modelId="{7DB07657-C0AA-4861-AC91-FC2DF412B019}" type="parTrans" cxnId="{CE4F9C44-E7B3-4B93-875B-CDC6C088A4A2}">
      <dgm:prSet/>
      <dgm:spPr/>
      <dgm:t>
        <a:bodyPr/>
        <a:lstStyle/>
        <a:p>
          <a:endParaRPr lang="en-US"/>
        </a:p>
      </dgm:t>
    </dgm:pt>
    <dgm:pt modelId="{349CBC60-B9A4-4563-B393-D413051C7C8D}" type="sibTrans" cxnId="{CE4F9C44-E7B3-4B93-875B-CDC6C088A4A2}">
      <dgm:prSet/>
      <dgm:spPr/>
      <dgm:t>
        <a:bodyPr/>
        <a:lstStyle/>
        <a:p>
          <a:endParaRPr lang="en-US"/>
        </a:p>
      </dgm:t>
    </dgm:pt>
    <dgm:pt modelId="{27306456-E0A1-4CDD-8AFF-9DB0CC26E00B}">
      <dgm:prSet/>
      <dgm:spPr/>
      <dgm:t>
        <a:bodyPr/>
        <a:lstStyle/>
        <a:p>
          <a:r>
            <a:rPr lang="en-US"/>
            <a:t>- Estimated 120,000+ active doctors</a:t>
          </a:r>
        </a:p>
      </dgm:t>
    </dgm:pt>
    <dgm:pt modelId="{49373ECA-8E00-40D3-BE96-8E91E4B44EC2}" type="parTrans" cxnId="{776D278F-1895-49E4-8484-C7423E8A0C98}">
      <dgm:prSet/>
      <dgm:spPr/>
      <dgm:t>
        <a:bodyPr/>
        <a:lstStyle/>
        <a:p>
          <a:endParaRPr lang="en-US"/>
        </a:p>
      </dgm:t>
    </dgm:pt>
    <dgm:pt modelId="{C146AB27-94BA-494B-8CEB-EEB7B812BB01}" type="sibTrans" cxnId="{776D278F-1895-49E4-8484-C7423E8A0C98}">
      <dgm:prSet/>
      <dgm:spPr/>
      <dgm:t>
        <a:bodyPr/>
        <a:lstStyle/>
        <a:p>
          <a:endParaRPr lang="en-US"/>
        </a:p>
      </dgm:t>
    </dgm:pt>
    <dgm:pt modelId="{DC354DBF-07CE-4952-A003-AFAE6AF45923}">
      <dgm:prSet/>
      <dgm:spPr/>
      <dgm:t>
        <a:bodyPr/>
        <a:lstStyle/>
        <a:p>
          <a:r>
            <a:rPr lang="en-US"/>
            <a:t>- Over 2.5 million outpatient visits daily</a:t>
          </a:r>
        </a:p>
      </dgm:t>
    </dgm:pt>
    <dgm:pt modelId="{1291E8A2-34A6-405C-9AFB-C11005F60DDA}" type="parTrans" cxnId="{A3A9D3BF-C275-48E3-8AF4-59F40EDA4FC0}">
      <dgm:prSet/>
      <dgm:spPr/>
      <dgm:t>
        <a:bodyPr/>
        <a:lstStyle/>
        <a:p>
          <a:endParaRPr lang="en-US"/>
        </a:p>
      </dgm:t>
    </dgm:pt>
    <dgm:pt modelId="{537BFC7C-7BF1-4FC8-9DCE-0A711F0F3E4D}" type="sibTrans" cxnId="{A3A9D3BF-C275-48E3-8AF4-59F40EDA4FC0}">
      <dgm:prSet/>
      <dgm:spPr/>
      <dgm:t>
        <a:bodyPr/>
        <a:lstStyle/>
        <a:p>
          <a:endParaRPr lang="en-US"/>
        </a:p>
      </dgm:t>
    </dgm:pt>
    <dgm:pt modelId="{D4C642FB-BEE7-426D-9F00-7DBFE90A2F2A}">
      <dgm:prSet/>
      <dgm:spPr/>
      <dgm:t>
        <a:bodyPr/>
        <a:lstStyle/>
        <a:p>
          <a:r>
            <a:rPr lang="en-US"/>
            <a:t>- 70% of visits occur in private chambers</a:t>
          </a:r>
        </a:p>
      </dgm:t>
    </dgm:pt>
    <dgm:pt modelId="{66E79EF4-DA38-4B93-9F03-C30030D77CEF}" type="parTrans" cxnId="{8F5B74A4-96C2-4EE5-8FBE-5E8FDF9990DB}">
      <dgm:prSet/>
      <dgm:spPr/>
      <dgm:t>
        <a:bodyPr/>
        <a:lstStyle/>
        <a:p>
          <a:endParaRPr lang="en-US"/>
        </a:p>
      </dgm:t>
    </dgm:pt>
    <dgm:pt modelId="{CAFE2B7D-6AEC-4041-8CF2-734A983863B2}" type="sibTrans" cxnId="{8F5B74A4-96C2-4EE5-8FBE-5E8FDF9990DB}">
      <dgm:prSet/>
      <dgm:spPr/>
      <dgm:t>
        <a:bodyPr/>
        <a:lstStyle/>
        <a:p>
          <a:endParaRPr lang="en-US"/>
        </a:p>
      </dgm:t>
    </dgm:pt>
    <dgm:pt modelId="{A81C265A-BA1D-44D9-B3EE-A393CBFFD9C1}">
      <dgm:prSet/>
      <dgm:spPr/>
      <dgm:t>
        <a:bodyPr/>
        <a:lstStyle/>
        <a:p>
          <a:r>
            <a:rPr lang="en-US"/>
            <a:t>- Healthcare market size: $2B+ annually</a:t>
          </a:r>
        </a:p>
      </dgm:t>
    </dgm:pt>
    <dgm:pt modelId="{64F49A6E-FE14-42F3-898B-704A4C593C69}" type="parTrans" cxnId="{1F328E20-3EDC-431C-A70E-43F626D43757}">
      <dgm:prSet/>
      <dgm:spPr/>
      <dgm:t>
        <a:bodyPr/>
        <a:lstStyle/>
        <a:p>
          <a:endParaRPr lang="en-US"/>
        </a:p>
      </dgm:t>
    </dgm:pt>
    <dgm:pt modelId="{45D056A7-A196-4B79-8A6D-F69D4D1249D3}" type="sibTrans" cxnId="{1F328E20-3EDC-431C-A70E-43F626D43757}">
      <dgm:prSet/>
      <dgm:spPr/>
      <dgm:t>
        <a:bodyPr/>
        <a:lstStyle/>
        <a:p>
          <a:endParaRPr lang="en-US"/>
        </a:p>
      </dgm:t>
    </dgm:pt>
    <dgm:pt modelId="{2C53D47F-753A-44F1-947E-E791070E0BAE}">
      <dgm:prSet/>
      <dgm:spPr/>
      <dgm:t>
        <a:bodyPr/>
        <a:lstStyle/>
        <a:p>
          <a:r>
            <a:rPr lang="en-US"/>
            <a:t>- Digital health adoption: &lt;10% – massive opportunity</a:t>
          </a:r>
        </a:p>
      </dgm:t>
    </dgm:pt>
    <dgm:pt modelId="{BF08D9A3-0034-49CF-A267-6ACAA52DE06C}" type="parTrans" cxnId="{9DDC17FA-A9E3-4CE5-8E31-13C4C3B780EF}">
      <dgm:prSet/>
      <dgm:spPr/>
      <dgm:t>
        <a:bodyPr/>
        <a:lstStyle/>
        <a:p>
          <a:endParaRPr lang="en-US"/>
        </a:p>
      </dgm:t>
    </dgm:pt>
    <dgm:pt modelId="{7EC2B6B0-91AA-4366-82BE-412450F0CDC5}" type="sibTrans" cxnId="{9DDC17FA-A9E3-4CE5-8E31-13C4C3B780EF}">
      <dgm:prSet/>
      <dgm:spPr/>
      <dgm:t>
        <a:bodyPr/>
        <a:lstStyle/>
        <a:p>
          <a:endParaRPr lang="en-US"/>
        </a:p>
      </dgm:t>
    </dgm:pt>
    <dgm:pt modelId="{6BB5E6BC-D7A4-4C1D-A3CC-202F7D696C29}" type="pres">
      <dgm:prSet presAssocID="{D76827BA-0ED8-49EE-A9EE-0FD485513C16}" presName="root" presStyleCnt="0">
        <dgm:presLayoutVars>
          <dgm:dir/>
          <dgm:resizeHandles val="exact"/>
        </dgm:presLayoutVars>
      </dgm:prSet>
      <dgm:spPr/>
    </dgm:pt>
    <dgm:pt modelId="{D324975D-74B7-48DC-87A2-9EB908EB696D}" type="pres">
      <dgm:prSet presAssocID="{E564ABB2-46BC-4DFA-9EAB-E691E4A1EA54}" presName="compNode" presStyleCnt="0"/>
      <dgm:spPr/>
    </dgm:pt>
    <dgm:pt modelId="{664373C2-D617-4A1A-A81F-794F062D6D55}" type="pres">
      <dgm:prSet presAssocID="{E564ABB2-46BC-4DFA-9EAB-E691E4A1EA54}" presName="bgRect" presStyleLbl="bgShp" presStyleIdx="0" presStyleCnt="6"/>
      <dgm:spPr/>
    </dgm:pt>
    <dgm:pt modelId="{40BB62F6-1744-42EA-A4D3-3F2C29F5825A}" type="pres">
      <dgm:prSet presAssocID="{E564ABB2-46BC-4DFA-9EAB-E691E4A1EA54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74297197-0B36-46E5-A060-DF28C696DC8A}" type="pres">
      <dgm:prSet presAssocID="{E564ABB2-46BC-4DFA-9EAB-E691E4A1EA54}" presName="spaceRect" presStyleCnt="0"/>
      <dgm:spPr/>
    </dgm:pt>
    <dgm:pt modelId="{176D2090-4C4B-4E1E-B135-35922BA6278B}" type="pres">
      <dgm:prSet presAssocID="{E564ABB2-46BC-4DFA-9EAB-E691E4A1EA54}" presName="parTx" presStyleLbl="revTx" presStyleIdx="0" presStyleCnt="6">
        <dgm:presLayoutVars>
          <dgm:chMax val="0"/>
          <dgm:chPref val="0"/>
        </dgm:presLayoutVars>
      </dgm:prSet>
      <dgm:spPr/>
    </dgm:pt>
    <dgm:pt modelId="{46C5E35E-6A22-4D1F-8173-43D7190E099F}" type="pres">
      <dgm:prSet presAssocID="{349CBC60-B9A4-4563-B393-D413051C7C8D}" presName="sibTrans" presStyleCnt="0"/>
      <dgm:spPr/>
    </dgm:pt>
    <dgm:pt modelId="{A05943CC-889E-4BE8-8822-A32DC4CE1FDF}" type="pres">
      <dgm:prSet presAssocID="{27306456-E0A1-4CDD-8AFF-9DB0CC26E00B}" presName="compNode" presStyleCnt="0"/>
      <dgm:spPr/>
    </dgm:pt>
    <dgm:pt modelId="{A4AD9AC9-946E-4052-B350-482374210AC9}" type="pres">
      <dgm:prSet presAssocID="{27306456-E0A1-4CDD-8AFF-9DB0CC26E00B}" presName="bgRect" presStyleLbl="bgShp" presStyleIdx="1" presStyleCnt="6"/>
      <dgm:spPr/>
    </dgm:pt>
    <dgm:pt modelId="{0AF5E8EC-401D-4510-90E6-EBAA78D447DC}" type="pres">
      <dgm:prSet presAssocID="{27306456-E0A1-4CDD-8AFF-9DB0CC26E00B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099C787F-9920-4BDA-B89A-42377EAFB14C}" type="pres">
      <dgm:prSet presAssocID="{27306456-E0A1-4CDD-8AFF-9DB0CC26E00B}" presName="spaceRect" presStyleCnt="0"/>
      <dgm:spPr/>
    </dgm:pt>
    <dgm:pt modelId="{8AABDB6F-B9E3-4E46-9354-00D1C89C5B6E}" type="pres">
      <dgm:prSet presAssocID="{27306456-E0A1-4CDD-8AFF-9DB0CC26E00B}" presName="parTx" presStyleLbl="revTx" presStyleIdx="1" presStyleCnt="6">
        <dgm:presLayoutVars>
          <dgm:chMax val="0"/>
          <dgm:chPref val="0"/>
        </dgm:presLayoutVars>
      </dgm:prSet>
      <dgm:spPr/>
    </dgm:pt>
    <dgm:pt modelId="{959A52A6-91F4-4287-9DA9-4A862ADBBBB7}" type="pres">
      <dgm:prSet presAssocID="{C146AB27-94BA-494B-8CEB-EEB7B812BB01}" presName="sibTrans" presStyleCnt="0"/>
      <dgm:spPr/>
    </dgm:pt>
    <dgm:pt modelId="{8AD58BB1-7026-4AF0-9F5E-0B47553D150A}" type="pres">
      <dgm:prSet presAssocID="{DC354DBF-07CE-4952-A003-AFAE6AF45923}" presName="compNode" presStyleCnt="0"/>
      <dgm:spPr/>
    </dgm:pt>
    <dgm:pt modelId="{C521EF58-5C9A-46A9-A118-C22E20973263}" type="pres">
      <dgm:prSet presAssocID="{DC354DBF-07CE-4952-A003-AFAE6AF45923}" presName="bgRect" presStyleLbl="bgShp" presStyleIdx="2" presStyleCnt="6"/>
      <dgm:spPr/>
    </dgm:pt>
    <dgm:pt modelId="{BF156D05-7A81-4750-9F27-D13DF77412DF}" type="pres">
      <dgm:prSet presAssocID="{DC354DBF-07CE-4952-A003-AFAE6AF45923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F0B9A359-5624-4F0F-9E9C-0763481302E6}" type="pres">
      <dgm:prSet presAssocID="{DC354DBF-07CE-4952-A003-AFAE6AF45923}" presName="spaceRect" presStyleCnt="0"/>
      <dgm:spPr/>
    </dgm:pt>
    <dgm:pt modelId="{62DF70C6-A191-4B62-B2E0-698B20ADD378}" type="pres">
      <dgm:prSet presAssocID="{DC354DBF-07CE-4952-A003-AFAE6AF45923}" presName="parTx" presStyleLbl="revTx" presStyleIdx="2" presStyleCnt="6">
        <dgm:presLayoutVars>
          <dgm:chMax val="0"/>
          <dgm:chPref val="0"/>
        </dgm:presLayoutVars>
      </dgm:prSet>
      <dgm:spPr/>
    </dgm:pt>
    <dgm:pt modelId="{1E33DF29-83C0-4F21-B900-11E7CA736869}" type="pres">
      <dgm:prSet presAssocID="{537BFC7C-7BF1-4FC8-9DCE-0A711F0F3E4D}" presName="sibTrans" presStyleCnt="0"/>
      <dgm:spPr/>
    </dgm:pt>
    <dgm:pt modelId="{C526E14C-C8BE-47EB-864F-9C8740C5194F}" type="pres">
      <dgm:prSet presAssocID="{D4C642FB-BEE7-426D-9F00-7DBFE90A2F2A}" presName="compNode" presStyleCnt="0"/>
      <dgm:spPr/>
    </dgm:pt>
    <dgm:pt modelId="{00079DFB-FE54-4152-A6EF-35D30067611C}" type="pres">
      <dgm:prSet presAssocID="{D4C642FB-BEE7-426D-9F00-7DBFE90A2F2A}" presName="bgRect" presStyleLbl="bgShp" presStyleIdx="3" presStyleCnt="6"/>
      <dgm:spPr/>
    </dgm:pt>
    <dgm:pt modelId="{6685500B-FBED-4EBD-8D32-8026B8489CD6}" type="pres">
      <dgm:prSet presAssocID="{D4C642FB-BEE7-426D-9F00-7DBFE90A2F2A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74384877-3BB9-4BE7-BD69-DFBEC066EE10}" type="pres">
      <dgm:prSet presAssocID="{D4C642FB-BEE7-426D-9F00-7DBFE90A2F2A}" presName="spaceRect" presStyleCnt="0"/>
      <dgm:spPr/>
    </dgm:pt>
    <dgm:pt modelId="{009D7046-E60A-4D50-B129-DBF27D442C3D}" type="pres">
      <dgm:prSet presAssocID="{D4C642FB-BEE7-426D-9F00-7DBFE90A2F2A}" presName="parTx" presStyleLbl="revTx" presStyleIdx="3" presStyleCnt="6">
        <dgm:presLayoutVars>
          <dgm:chMax val="0"/>
          <dgm:chPref val="0"/>
        </dgm:presLayoutVars>
      </dgm:prSet>
      <dgm:spPr/>
    </dgm:pt>
    <dgm:pt modelId="{7291022D-7686-40E2-899C-155B3C3470D6}" type="pres">
      <dgm:prSet presAssocID="{CAFE2B7D-6AEC-4041-8CF2-734A983863B2}" presName="sibTrans" presStyleCnt="0"/>
      <dgm:spPr/>
    </dgm:pt>
    <dgm:pt modelId="{048B413A-EDD3-44FA-817E-EEEE5201F4F2}" type="pres">
      <dgm:prSet presAssocID="{A81C265A-BA1D-44D9-B3EE-A393CBFFD9C1}" presName="compNode" presStyleCnt="0"/>
      <dgm:spPr/>
    </dgm:pt>
    <dgm:pt modelId="{88ADE774-4248-412D-ADDE-3FA03A2AD1E4}" type="pres">
      <dgm:prSet presAssocID="{A81C265A-BA1D-44D9-B3EE-A393CBFFD9C1}" presName="bgRect" presStyleLbl="bgShp" presStyleIdx="4" presStyleCnt="6"/>
      <dgm:spPr/>
    </dgm:pt>
    <dgm:pt modelId="{C1E09CFE-384F-4249-99EC-467A7A363CDC}" type="pres">
      <dgm:prSet presAssocID="{A81C265A-BA1D-44D9-B3EE-A393CBFFD9C1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C3A905FF-C9FD-4660-917B-45E5011B70B5}" type="pres">
      <dgm:prSet presAssocID="{A81C265A-BA1D-44D9-B3EE-A393CBFFD9C1}" presName="spaceRect" presStyleCnt="0"/>
      <dgm:spPr/>
    </dgm:pt>
    <dgm:pt modelId="{4E80B6C2-6985-4062-B545-9A096DC0D0F5}" type="pres">
      <dgm:prSet presAssocID="{A81C265A-BA1D-44D9-B3EE-A393CBFFD9C1}" presName="parTx" presStyleLbl="revTx" presStyleIdx="4" presStyleCnt="6">
        <dgm:presLayoutVars>
          <dgm:chMax val="0"/>
          <dgm:chPref val="0"/>
        </dgm:presLayoutVars>
      </dgm:prSet>
      <dgm:spPr/>
    </dgm:pt>
    <dgm:pt modelId="{B39355EB-7C67-4CB5-B4E3-62A6C2FF7EA0}" type="pres">
      <dgm:prSet presAssocID="{45D056A7-A196-4B79-8A6D-F69D4D1249D3}" presName="sibTrans" presStyleCnt="0"/>
      <dgm:spPr/>
    </dgm:pt>
    <dgm:pt modelId="{65352F61-46B1-4994-B5FA-676E63DEC66B}" type="pres">
      <dgm:prSet presAssocID="{2C53D47F-753A-44F1-947E-E791070E0BAE}" presName="compNode" presStyleCnt="0"/>
      <dgm:spPr/>
    </dgm:pt>
    <dgm:pt modelId="{5CFF46D2-CC18-49FA-BB59-49AC458656EC}" type="pres">
      <dgm:prSet presAssocID="{2C53D47F-753A-44F1-947E-E791070E0BAE}" presName="bgRect" presStyleLbl="bgShp" presStyleIdx="5" presStyleCnt="6"/>
      <dgm:spPr/>
    </dgm:pt>
    <dgm:pt modelId="{E219975F-E0AF-478B-A429-78CF0947CB2F}" type="pres">
      <dgm:prSet presAssocID="{2C53D47F-753A-44F1-947E-E791070E0BA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D62F051B-A452-429B-A709-5C65CD00B57B}" type="pres">
      <dgm:prSet presAssocID="{2C53D47F-753A-44F1-947E-E791070E0BAE}" presName="spaceRect" presStyleCnt="0"/>
      <dgm:spPr/>
    </dgm:pt>
    <dgm:pt modelId="{F7F90BB4-A9EE-4277-8349-34A2CC0A1324}" type="pres">
      <dgm:prSet presAssocID="{2C53D47F-753A-44F1-947E-E791070E0BAE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9CFCFB11-AC99-494C-A7EF-7304598676F9}" type="presOf" srcId="{D76827BA-0ED8-49EE-A9EE-0FD485513C16}" destId="{6BB5E6BC-D7A4-4C1D-A3CC-202F7D696C29}" srcOrd="0" destOrd="0" presId="urn:microsoft.com/office/officeart/2018/2/layout/IconVerticalSolidList"/>
    <dgm:cxn modelId="{38F6E417-50D2-42AC-BEEA-B507C34EEC0B}" type="presOf" srcId="{DC354DBF-07CE-4952-A003-AFAE6AF45923}" destId="{62DF70C6-A191-4B62-B2E0-698B20ADD378}" srcOrd="0" destOrd="0" presId="urn:microsoft.com/office/officeart/2018/2/layout/IconVerticalSolidList"/>
    <dgm:cxn modelId="{1F328E20-3EDC-431C-A70E-43F626D43757}" srcId="{D76827BA-0ED8-49EE-A9EE-0FD485513C16}" destId="{A81C265A-BA1D-44D9-B3EE-A393CBFFD9C1}" srcOrd="4" destOrd="0" parTransId="{64F49A6E-FE14-42F3-898B-704A4C593C69}" sibTransId="{45D056A7-A196-4B79-8A6D-F69D4D1249D3}"/>
    <dgm:cxn modelId="{CE4F9C44-E7B3-4B93-875B-CDC6C088A4A2}" srcId="{D76827BA-0ED8-49EE-A9EE-0FD485513C16}" destId="{E564ABB2-46BC-4DFA-9EAB-E691E4A1EA54}" srcOrd="0" destOrd="0" parTransId="{7DB07657-C0AA-4861-AC91-FC2DF412B019}" sibTransId="{349CBC60-B9A4-4563-B393-D413051C7C8D}"/>
    <dgm:cxn modelId="{35B35C5B-563C-4EF9-98A2-8C0CEB537F15}" type="presOf" srcId="{2C53D47F-753A-44F1-947E-E791070E0BAE}" destId="{F7F90BB4-A9EE-4277-8349-34A2CC0A1324}" srcOrd="0" destOrd="0" presId="urn:microsoft.com/office/officeart/2018/2/layout/IconVerticalSolidList"/>
    <dgm:cxn modelId="{0A842D65-24AE-4049-8DE8-E8F92DB32B36}" type="presOf" srcId="{A81C265A-BA1D-44D9-B3EE-A393CBFFD9C1}" destId="{4E80B6C2-6985-4062-B545-9A096DC0D0F5}" srcOrd="0" destOrd="0" presId="urn:microsoft.com/office/officeart/2018/2/layout/IconVerticalSolidList"/>
    <dgm:cxn modelId="{776D278F-1895-49E4-8484-C7423E8A0C98}" srcId="{D76827BA-0ED8-49EE-A9EE-0FD485513C16}" destId="{27306456-E0A1-4CDD-8AFF-9DB0CC26E00B}" srcOrd="1" destOrd="0" parTransId="{49373ECA-8E00-40D3-BE96-8E91E4B44EC2}" sibTransId="{C146AB27-94BA-494B-8CEB-EEB7B812BB01}"/>
    <dgm:cxn modelId="{4DEB2194-419A-424D-A739-56DA55387E12}" type="presOf" srcId="{E564ABB2-46BC-4DFA-9EAB-E691E4A1EA54}" destId="{176D2090-4C4B-4E1E-B135-35922BA6278B}" srcOrd="0" destOrd="0" presId="urn:microsoft.com/office/officeart/2018/2/layout/IconVerticalSolidList"/>
    <dgm:cxn modelId="{8F5B74A4-96C2-4EE5-8FBE-5E8FDF9990DB}" srcId="{D76827BA-0ED8-49EE-A9EE-0FD485513C16}" destId="{D4C642FB-BEE7-426D-9F00-7DBFE90A2F2A}" srcOrd="3" destOrd="0" parTransId="{66E79EF4-DA38-4B93-9F03-C30030D77CEF}" sibTransId="{CAFE2B7D-6AEC-4041-8CF2-734A983863B2}"/>
    <dgm:cxn modelId="{A3A9D3BF-C275-48E3-8AF4-59F40EDA4FC0}" srcId="{D76827BA-0ED8-49EE-A9EE-0FD485513C16}" destId="{DC354DBF-07CE-4952-A003-AFAE6AF45923}" srcOrd="2" destOrd="0" parTransId="{1291E8A2-34A6-405C-9AFB-C11005F60DDA}" sibTransId="{537BFC7C-7BF1-4FC8-9DCE-0A711F0F3E4D}"/>
    <dgm:cxn modelId="{9BD3EBE0-5166-4B78-B8C3-4978F7984194}" type="presOf" srcId="{D4C642FB-BEE7-426D-9F00-7DBFE90A2F2A}" destId="{009D7046-E60A-4D50-B129-DBF27D442C3D}" srcOrd="0" destOrd="0" presId="urn:microsoft.com/office/officeart/2018/2/layout/IconVerticalSolidList"/>
    <dgm:cxn modelId="{12E86AE7-CD22-4EC8-A5F3-3FE0097EBA82}" type="presOf" srcId="{27306456-E0A1-4CDD-8AFF-9DB0CC26E00B}" destId="{8AABDB6F-B9E3-4E46-9354-00D1C89C5B6E}" srcOrd="0" destOrd="0" presId="urn:microsoft.com/office/officeart/2018/2/layout/IconVerticalSolidList"/>
    <dgm:cxn modelId="{9DDC17FA-A9E3-4CE5-8E31-13C4C3B780EF}" srcId="{D76827BA-0ED8-49EE-A9EE-0FD485513C16}" destId="{2C53D47F-753A-44F1-947E-E791070E0BAE}" srcOrd="5" destOrd="0" parTransId="{BF08D9A3-0034-49CF-A267-6ACAA52DE06C}" sibTransId="{7EC2B6B0-91AA-4366-82BE-412450F0CDC5}"/>
    <dgm:cxn modelId="{E97CB7A3-E0D4-484B-A61C-BD1E1A22F86C}" type="presParOf" srcId="{6BB5E6BC-D7A4-4C1D-A3CC-202F7D696C29}" destId="{D324975D-74B7-48DC-87A2-9EB908EB696D}" srcOrd="0" destOrd="0" presId="urn:microsoft.com/office/officeart/2018/2/layout/IconVerticalSolidList"/>
    <dgm:cxn modelId="{75B36D21-27E6-47D8-BC57-5B5D3B75946C}" type="presParOf" srcId="{D324975D-74B7-48DC-87A2-9EB908EB696D}" destId="{664373C2-D617-4A1A-A81F-794F062D6D55}" srcOrd="0" destOrd="0" presId="urn:microsoft.com/office/officeart/2018/2/layout/IconVerticalSolidList"/>
    <dgm:cxn modelId="{0ABB9732-1A8B-4C35-BD6F-375B18F0A3DE}" type="presParOf" srcId="{D324975D-74B7-48DC-87A2-9EB908EB696D}" destId="{40BB62F6-1744-42EA-A4D3-3F2C29F5825A}" srcOrd="1" destOrd="0" presId="urn:microsoft.com/office/officeart/2018/2/layout/IconVerticalSolidList"/>
    <dgm:cxn modelId="{275B1A82-E1CB-40C4-AEE5-9FC2AB3BB193}" type="presParOf" srcId="{D324975D-74B7-48DC-87A2-9EB908EB696D}" destId="{74297197-0B36-46E5-A060-DF28C696DC8A}" srcOrd="2" destOrd="0" presId="urn:microsoft.com/office/officeart/2018/2/layout/IconVerticalSolidList"/>
    <dgm:cxn modelId="{51DDD62A-5597-4F32-A5C2-F51CA18F46D1}" type="presParOf" srcId="{D324975D-74B7-48DC-87A2-9EB908EB696D}" destId="{176D2090-4C4B-4E1E-B135-35922BA6278B}" srcOrd="3" destOrd="0" presId="urn:microsoft.com/office/officeart/2018/2/layout/IconVerticalSolidList"/>
    <dgm:cxn modelId="{D109EF2B-6C5D-46BC-9FB3-9586EE58EF62}" type="presParOf" srcId="{6BB5E6BC-D7A4-4C1D-A3CC-202F7D696C29}" destId="{46C5E35E-6A22-4D1F-8173-43D7190E099F}" srcOrd="1" destOrd="0" presId="urn:microsoft.com/office/officeart/2018/2/layout/IconVerticalSolidList"/>
    <dgm:cxn modelId="{234A907D-682C-49CD-B7DF-8F936B0D57C1}" type="presParOf" srcId="{6BB5E6BC-D7A4-4C1D-A3CC-202F7D696C29}" destId="{A05943CC-889E-4BE8-8822-A32DC4CE1FDF}" srcOrd="2" destOrd="0" presId="urn:microsoft.com/office/officeart/2018/2/layout/IconVerticalSolidList"/>
    <dgm:cxn modelId="{0E213BDC-F879-4FBA-900B-659D00780064}" type="presParOf" srcId="{A05943CC-889E-4BE8-8822-A32DC4CE1FDF}" destId="{A4AD9AC9-946E-4052-B350-482374210AC9}" srcOrd="0" destOrd="0" presId="urn:microsoft.com/office/officeart/2018/2/layout/IconVerticalSolidList"/>
    <dgm:cxn modelId="{0FFB93D4-5061-4734-BE0A-140DAD987A93}" type="presParOf" srcId="{A05943CC-889E-4BE8-8822-A32DC4CE1FDF}" destId="{0AF5E8EC-401D-4510-90E6-EBAA78D447DC}" srcOrd="1" destOrd="0" presId="urn:microsoft.com/office/officeart/2018/2/layout/IconVerticalSolidList"/>
    <dgm:cxn modelId="{E9929CEB-00F4-41FA-8F25-7BA7D677C629}" type="presParOf" srcId="{A05943CC-889E-4BE8-8822-A32DC4CE1FDF}" destId="{099C787F-9920-4BDA-B89A-42377EAFB14C}" srcOrd="2" destOrd="0" presId="urn:microsoft.com/office/officeart/2018/2/layout/IconVerticalSolidList"/>
    <dgm:cxn modelId="{E7BD74BC-130C-4D23-9B22-59128D72EB4A}" type="presParOf" srcId="{A05943CC-889E-4BE8-8822-A32DC4CE1FDF}" destId="{8AABDB6F-B9E3-4E46-9354-00D1C89C5B6E}" srcOrd="3" destOrd="0" presId="urn:microsoft.com/office/officeart/2018/2/layout/IconVerticalSolidList"/>
    <dgm:cxn modelId="{44AA343C-69D8-4114-9EA8-A077D30915E0}" type="presParOf" srcId="{6BB5E6BC-D7A4-4C1D-A3CC-202F7D696C29}" destId="{959A52A6-91F4-4287-9DA9-4A862ADBBBB7}" srcOrd="3" destOrd="0" presId="urn:microsoft.com/office/officeart/2018/2/layout/IconVerticalSolidList"/>
    <dgm:cxn modelId="{B0F8C633-641A-4B03-91E7-CD95B270596F}" type="presParOf" srcId="{6BB5E6BC-D7A4-4C1D-A3CC-202F7D696C29}" destId="{8AD58BB1-7026-4AF0-9F5E-0B47553D150A}" srcOrd="4" destOrd="0" presId="urn:microsoft.com/office/officeart/2018/2/layout/IconVerticalSolidList"/>
    <dgm:cxn modelId="{29E2184D-8589-430A-B11C-97B8E97F45B3}" type="presParOf" srcId="{8AD58BB1-7026-4AF0-9F5E-0B47553D150A}" destId="{C521EF58-5C9A-46A9-A118-C22E20973263}" srcOrd="0" destOrd="0" presId="urn:microsoft.com/office/officeart/2018/2/layout/IconVerticalSolidList"/>
    <dgm:cxn modelId="{F27E8A5B-5616-4E75-9F9A-0479137BC67D}" type="presParOf" srcId="{8AD58BB1-7026-4AF0-9F5E-0B47553D150A}" destId="{BF156D05-7A81-4750-9F27-D13DF77412DF}" srcOrd="1" destOrd="0" presId="urn:microsoft.com/office/officeart/2018/2/layout/IconVerticalSolidList"/>
    <dgm:cxn modelId="{DECF9C01-FD53-49E1-8849-3CE7AA4BE23B}" type="presParOf" srcId="{8AD58BB1-7026-4AF0-9F5E-0B47553D150A}" destId="{F0B9A359-5624-4F0F-9E9C-0763481302E6}" srcOrd="2" destOrd="0" presId="urn:microsoft.com/office/officeart/2018/2/layout/IconVerticalSolidList"/>
    <dgm:cxn modelId="{97FDDA5C-E198-4DC3-A5AB-126887EDC624}" type="presParOf" srcId="{8AD58BB1-7026-4AF0-9F5E-0B47553D150A}" destId="{62DF70C6-A191-4B62-B2E0-698B20ADD378}" srcOrd="3" destOrd="0" presId="urn:microsoft.com/office/officeart/2018/2/layout/IconVerticalSolidList"/>
    <dgm:cxn modelId="{DE605FFB-336C-4036-BD6D-894C8C98E698}" type="presParOf" srcId="{6BB5E6BC-D7A4-4C1D-A3CC-202F7D696C29}" destId="{1E33DF29-83C0-4F21-B900-11E7CA736869}" srcOrd="5" destOrd="0" presId="urn:microsoft.com/office/officeart/2018/2/layout/IconVerticalSolidList"/>
    <dgm:cxn modelId="{1326F08E-6758-4D8A-B05E-3F342A0A18D4}" type="presParOf" srcId="{6BB5E6BC-D7A4-4C1D-A3CC-202F7D696C29}" destId="{C526E14C-C8BE-47EB-864F-9C8740C5194F}" srcOrd="6" destOrd="0" presId="urn:microsoft.com/office/officeart/2018/2/layout/IconVerticalSolidList"/>
    <dgm:cxn modelId="{D19D6BD5-D12B-4F3F-B23D-44BCC9989EC8}" type="presParOf" srcId="{C526E14C-C8BE-47EB-864F-9C8740C5194F}" destId="{00079DFB-FE54-4152-A6EF-35D30067611C}" srcOrd="0" destOrd="0" presId="urn:microsoft.com/office/officeart/2018/2/layout/IconVerticalSolidList"/>
    <dgm:cxn modelId="{B2C22BBD-2F8C-49CB-9621-FF581715E3DE}" type="presParOf" srcId="{C526E14C-C8BE-47EB-864F-9C8740C5194F}" destId="{6685500B-FBED-4EBD-8D32-8026B8489CD6}" srcOrd="1" destOrd="0" presId="urn:microsoft.com/office/officeart/2018/2/layout/IconVerticalSolidList"/>
    <dgm:cxn modelId="{80B26731-3F7E-4DBA-A672-9FCF1C4D14C6}" type="presParOf" srcId="{C526E14C-C8BE-47EB-864F-9C8740C5194F}" destId="{74384877-3BB9-4BE7-BD69-DFBEC066EE10}" srcOrd="2" destOrd="0" presId="urn:microsoft.com/office/officeart/2018/2/layout/IconVerticalSolidList"/>
    <dgm:cxn modelId="{0CE4C456-4B32-48AE-B252-71933702FE24}" type="presParOf" srcId="{C526E14C-C8BE-47EB-864F-9C8740C5194F}" destId="{009D7046-E60A-4D50-B129-DBF27D442C3D}" srcOrd="3" destOrd="0" presId="urn:microsoft.com/office/officeart/2018/2/layout/IconVerticalSolidList"/>
    <dgm:cxn modelId="{1BBF82C6-BF2F-4C70-A67A-E932567C3E8F}" type="presParOf" srcId="{6BB5E6BC-D7A4-4C1D-A3CC-202F7D696C29}" destId="{7291022D-7686-40E2-899C-155B3C3470D6}" srcOrd="7" destOrd="0" presId="urn:microsoft.com/office/officeart/2018/2/layout/IconVerticalSolidList"/>
    <dgm:cxn modelId="{423567CB-BD09-4301-B45B-E10950D17C60}" type="presParOf" srcId="{6BB5E6BC-D7A4-4C1D-A3CC-202F7D696C29}" destId="{048B413A-EDD3-44FA-817E-EEEE5201F4F2}" srcOrd="8" destOrd="0" presId="urn:microsoft.com/office/officeart/2018/2/layout/IconVerticalSolidList"/>
    <dgm:cxn modelId="{C91EB166-747E-49E8-BC4C-3D4F99FC73F9}" type="presParOf" srcId="{048B413A-EDD3-44FA-817E-EEEE5201F4F2}" destId="{88ADE774-4248-412D-ADDE-3FA03A2AD1E4}" srcOrd="0" destOrd="0" presId="urn:microsoft.com/office/officeart/2018/2/layout/IconVerticalSolidList"/>
    <dgm:cxn modelId="{17D13DF7-1B32-4640-8C3B-2AA63F89EEE9}" type="presParOf" srcId="{048B413A-EDD3-44FA-817E-EEEE5201F4F2}" destId="{C1E09CFE-384F-4249-99EC-467A7A363CDC}" srcOrd="1" destOrd="0" presId="urn:microsoft.com/office/officeart/2018/2/layout/IconVerticalSolidList"/>
    <dgm:cxn modelId="{3FDCD33A-BF46-4CB5-A7BF-BA3E09A6724D}" type="presParOf" srcId="{048B413A-EDD3-44FA-817E-EEEE5201F4F2}" destId="{C3A905FF-C9FD-4660-917B-45E5011B70B5}" srcOrd="2" destOrd="0" presId="urn:microsoft.com/office/officeart/2018/2/layout/IconVerticalSolidList"/>
    <dgm:cxn modelId="{38957938-26C2-41DC-A2C4-1D797CABE70E}" type="presParOf" srcId="{048B413A-EDD3-44FA-817E-EEEE5201F4F2}" destId="{4E80B6C2-6985-4062-B545-9A096DC0D0F5}" srcOrd="3" destOrd="0" presId="urn:microsoft.com/office/officeart/2018/2/layout/IconVerticalSolidList"/>
    <dgm:cxn modelId="{26BB6042-DA12-4EF6-A7FE-2FC5AC854A08}" type="presParOf" srcId="{6BB5E6BC-D7A4-4C1D-A3CC-202F7D696C29}" destId="{B39355EB-7C67-4CB5-B4E3-62A6C2FF7EA0}" srcOrd="9" destOrd="0" presId="urn:microsoft.com/office/officeart/2018/2/layout/IconVerticalSolidList"/>
    <dgm:cxn modelId="{DC2D6C9E-4570-4824-9251-9B7400DD7FB5}" type="presParOf" srcId="{6BB5E6BC-D7A4-4C1D-A3CC-202F7D696C29}" destId="{65352F61-46B1-4994-B5FA-676E63DEC66B}" srcOrd="10" destOrd="0" presId="urn:microsoft.com/office/officeart/2018/2/layout/IconVerticalSolidList"/>
    <dgm:cxn modelId="{CA5000CD-9362-436E-B698-F8C3BAC4FFC9}" type="presParOf" srcId="{65352F61-46B1-4994-B5FA-676E63DEC66B}" destId="{5CFF46D2-CC18-49FA-BB59-49AC458656EC}" srcOrd="0" destOrd="0" presId="urn:microsoft.com/office/officeart/2018/2/layout/IconVerticalSolidList"/>
    <dgm:cxn modelId="{2521AC9F-FC67-40DD-BBCA-598F4794343F}" type="presParOf" srcId="{65352F61-46B1-4994-B5FA-676E63DEC66B}" destId="{E219975F-E0AF-478B-A429-78CF0947CB2F}" srcOrd="1" destOrd="0" presId="urn:microsoft.com/office/officeart/2018/2/layout/IconVerticalSolidList"/>
    <dgm:cxn modelId="{4A7E2CE1-D458-4430-BED7-8FC88756F3A3}" type="presParOf" srcId="{65352F61-46B1-4994-B5FA-676E63DEC66B}" destId="{D62F051B-A452-429B-A709-5C65CD00B57B}" srcOrd="2" destOrd="0" presId="urn:microsoft.com/office/officeart/2018/2/layout/IconVerticalSolidList"/>
    <dgm:cxn modelId="{D5DEA04E-3558-40E8-9BFF-A0F644C3AD10}" type="presParOf" srcId="{65352F61-46B1-4994-B5FA-676E63DEC66B}" destId="{F7F90BB4-A9EE-4277-8349-34A2CC0A132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AE69751-C34A-4C9A-88C7-881E9AF754AF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237C9470-408D-4A57-BF98-31D28FD61E8C}">
      <dgm:prSet/>
      <dgm:spPr/>
      <dgm:t>
        <a:bodyPr/>
        <a:lstStyle/>
        <a:p>
          <a:r>
            <a:rPr lang="en-US"/>
            <a:t>Rahim, a worker in Chittagong, suffers recurring gastric issues.</a:t>
          </a:r>
        </a:p>
      </dgm:t>
    </dgm:pt>
    <dgm:pt modelId="{011E919B-BE24-482F-B44A-F231B5D36B0F}" type="parTrans" cxnId="{661B90D7-0B23-46F3-9BA4-B3881BF1246B}">
      <dgm:prSet/>
      <dgm:spPr/>
      <dgm:t>
        <a:bodyPr/>
        <a:lstStyle/>
        <a:p>
          <a:endParaRPr lang="en-US"/>
        </a:p>
      </dgm:t>
    </dgm:pt>
    <dgm:pt modelId="{04C4BCA3-1491-43FE-835F-6B1C47BBEA0F}" type="sibTrans" cxnId="{661B90D7-0B23-46F3-9BA4-B3881BF1246B}">
      <dgm:prSet/>
      <dgm:spPr/>
      <dgm:t>
        <a:bodyPr/>
        <a:lstStyle/>
        <a:p>
          <a:endParaRPr lang="en-US"/>
        </a:p>
      </dgm:t>
    </dgm:pt>
    <dgm:pt modelId="{1CFC92D8-56CD-48C6-BFDB-21C620BEFE8F}">
      <dgm:prSet/>
      <dgm:spPr/>
      <dgm:t>
        <a:bodyPr/>
        <a:lstStyle/>
        <a:p>
          <a:r>
            <a:rPr lang="en-US"/>
            <a:t>He’s seen multiple doctors but forgets past meds/tests.</a:t>
          </a:r>
        </a:p>
      </dgm:t>
    </dgm:pt>
    <dgm:pt modelId="{E5D5C83B-BB30-4125-B358-196F1691A654}" type="parTrans" cxnId="{91DB39C2-AF84-45EC-B77C-801FA0222D7E}">
      <dgm:prSet/>
      <dgm:spPr/>
      <dgm:t>
        <a:bodyPr/>
        <a:lstStyle/>
        <a:p>
          <a:endParaRPr lang="en-US"/>
        </a:p>
      </dgm:t>
    </dgm:pt>
    <dgm:pt modelId="{67DEF550-3D90-44F7-8DA0-368D4ADC6CDE}" type="sibTrans" cxnId="{91DB39C2-AF84-45EC-B77C-801FA0222D7E}">
      <dgm:prSet/>
      <dgm:spPr/>
      <dgm:t>
        <a:bodyPr/>
        <a:lstStyle/>
        <a:p>
          <a:endParaRPr lang="en-US"/>
        </a:p>
      </dgm:t>
    </dgm:pt>
    <dgm:pt modelId="{BC66C553-92C9-47E8-9FD9-2B799EFF576D}">
      <dgm:prSet/>
      <dgm:spPr/>
      <dgm:t>
        <a:bodyPr/>
        <a:lstStyle/>
        <a:p>
          <a:r>
            <a:rPr lang="en-US"/>
            <a:t>With PulseNote:</a:t>
          </a:r>
        </a:p>
      </dgm:t>
    </dgm:pt>
    <dgm:pt modelId="{98D8EBF3-817D-4E46-B81F-C940181484F9}" type="parTrans" cxnId="{CC2CE4CC-FD38-4A70-8FC8-24E63734979B}">
      <dgm:prSet/>
      <dgm:spPr/>
      <dgm:t>
        <a:bodyPr/>
        <a:lstStyle/>
        <a:p>
          <a:endParaRPr lang="en-US"/>
        </a:p>
      </dgm:t>
    </dgm:pt>
    <dgm:pt modelId="{ED70190F-597A-4966-B154-8C8921C5C71A}" type="sibTrans" cxnId="{CC2CE4CC-FD38-4A70-8FC8-24E63734979B}">
      <dgm:prSet/>
      <dgm:spPr/>
      <dgm:t>
        <a:bodyPr/>
        <a:lstStyle/>
        <a:p>
          <a:endParaRPr lang="en-US"/>
        </a:p>
      </dgm:t>
    </dgm:pt>
    <dgm:pt modelId="{0E60875F-3003-4266-A431-AA2E078AAE64}">
      <dgm:prSet/>
      <dgm:spPr/>
      <dgm:t>
        <a:bodyPr/>
        <a:lstStyle/>
        <a:p>
          <a:r>
            <a:rPr lang="en-US"/>
            <a:t>- Logs in with OTP, sees all prescriptions &amp; test reports</a:t>
          </a:r>
        </a:p>
      </dgm:t>
    </dgm:pt>
    <dgm:pt modelId="{BCC60938-A051-4E6E-9559-871AE36C4295}" type="parTrans" cxnId="{0FBA676B-8FE3-4D29-B102-E2CC78C7C4F0}">
      <dgm:prSet/>
      <dgm:spPr/>
      <dgm:t>
        <a:bodyPr/>
        <a:lstStyle/>
        <a:p>
          <a:endParaRPr lang="en-US"/>
        </a:p>
      </dgm:t>
    </dgm:pt>
    <dgm:pt modelId="{F418F536-EBAC-485E-B90C-AD0546508F26}" type="sibTrans" cxnId="{0FBA676B-8FE3-4D29-B102-E2CC78C7C4F0}">
      <dgm:prSet/>
      <dgm:spPr/>
      <dgm:t>
        <a:bodyPr/>
        <a:lstStyle/>
        <a:p>
          <a:endParaRPr lang="en-US"/>
        </a:p>
      </dgm:t>
    </dgm:pt>
    <dgm:pt modelId="{57F97804-1963-4530-B7E6-6520662C342F}">
      <dgm:prSet/>
      <dgm:spPr/>
      <dgm:t>
        <a:bodyPr/>
        <a:lstStyle/>
        <a:p>
          <a:r>
            <a:rPr lang="en-US"/>
            <a:t>- Books appointment, doctor sees full history</a:t>
          </a:r>
        </a:p>
      </dgm:t>
    </dgm:pt>
    <dgm:pt modelId="{2D6B1D01-0EEF-4F17-BA0C-A7F73945B936}" type="parTrans" cxnId="{9114136C-F602-488A-8FEB-DF38ABE64B35}">
      <dgm:prSet/>
      <dgm:spPr/>
      <dgm:t>
        <a:bodyPr/>
        <a:lstStyle/>
        <a:p>
          <a:endParaRPr lang="en-US"/>
        </a:p>
      </dgm:t>
    </dgm:pt>
    <dgm:pt modelId="{4F2E9965-3A4A-4D7A-807A-AA20A0671762}" type="sibTrans" cxnId="{9114136C-F602-488A-8FEB-DF38ABE64B35}">
      <dgm:prSet/>
      <dgm:spPr/>
      <dgm:t>
        <a:bodyPr/>
        <a:lstStyle/>
        <a:p>
          <a:endParaRPr lang="en-US"/>
        </a:p>
      </dgm:t>
    </dgm:pt>
    <dgm:pt modelId="{DAB6F5FD-961B-4302-91D4-71FC19CFDB7C}">
      <dgm:prSet/>
      <dgm:spPr/>
      <dgm:t>
        <a:bodyPr/>
        <a:lstStyle/>
        <a:p>
          <a:r>
            <a:rPr lang="en-US"/>
            <a:t>- Voice-based prescription generates a Bengali PDF instantly</a:t>
          </a:r>
        </a:p>
      </dgm:t>
    </dgm:pt>
    <dgm:pt modelId="{74651DF4-07C5-4A36-BF58-99436714483B}" type="parTrans" cxnId="{E9BC22FA-8D37-48D5-8EDB-DD9FF10B60E7}">
      <dgm:prSet/>
      <dgm:spPr/>
      <dgm:t>
        <a:bodyPr/>
        <a:lstStyle/>
        <a:p>
          <a:endParaRPr lang="en-US"/>
        </a:p>
      </dgm:t>
    </dgm:pt>
    <dgm:pt modelId="{158A6153-AB72-4E02-996D-5C5818635B47}" type="sibTrans" cxnId="{E9BC22FA-8D37-48D5-8EDB-DD9FF10B60E7}">
      <dgm:prSet/>
      <dgm:spPr/>
      <dgm:t>
        <a:bodyPr/>
        <a:lstStyle/>
        <a:p>
          <a:endParaRPr lang="en-US"/>
        </a:p>
      </dgm:t>
    </dgm:pt>
    <dgm:pt modelId="{09104C10-C593-EF46-AE83-6A395AABE0D1}" type="pres">
      <dgm:prSet presAssocID="{3AE69751-C34A-4C9A-88C7-881E9AF754AF}" presName="vert0" presStyleCnt="0">
        <dgm:presLayoutVars>
          <dgm:dir/>
          <dgm:animOne val="branch"/>
          <dgm:animLvl val="lvl"/>
        </dgm:presLayoutVars>
      </dgm:prSet>
      <dgm:spPr/>
    </dgm:pt>
    <dgm:pt modelId="{AD0AEC79-F2B0-B146-9D38-8CC36B1C20B8}" type="pres">
      <dgm:prSet presAssocID="{237C9470-408D-4A57-BF98-31D28FD61E8C}" presName="thickLine" presStyleLbl="alignNode1" presStyleIdx="0" presStyleCnt="6"/>
      <dgm:spPr/>
    </dgm:pt>
    <dgm:pt modelId="{E01DFF47-62C6-414B-A0CE-748E6C1BF053}" type="pres">
      <dgm:prSet presAssocID="{237C9470-408D-4A57-BF98-31D28FD61E8C}" presName="horz1" presStyleCnt="0"/>
      <dgm:spPr/>
    </dgm:pt>
    <dgm:pt modelId="{5E0F483A-41C6-C143-8D5D-B7AA3CD5C7D0}" type="pres">
      <dgm:prSet presAssocID="{237C9470-408D-4A57-BF98-31D28FD61E8C}" presName="tx1" presStyleLbl="revTx" presStyleIdx="0" presStyleCnt="6"/>
      <dgm:spPr/>
    </dgm:pt>
    <dgm:pt modelId="{C841396F-0285-7A40-AFCB-BC8ECEBD60A6}" type="pres">
      <dgm:prSet presAssocID="{237C9470-408D-4A57-BF98-31D28FD61E8C}" presName="vert1" presStyleCnt="0"/>
      <dgm:spPr/>
    </dgm:pt>
    <dgm:pt modelId="{6D91BE2E-84E0-C24E-BB45-A7D2C57814D7}" type="pres">
      <dgm:prSet presAssocID="{1CFC92D8-56CD-48C6-BFDB-21C620BEFE8F}" presName="thickLine" presStyleLbl="alignNode1" presStyleIdx="1" presStyleCnt="6"/>
      <dgm:spPr/>
    </dgm:pt>
    <dgm:pt modelId="{A5125D3F-5EBB-CA4F-968F-845652AD1D1F}" type="pres">
      <dgm:prSet presAssocID="{1CFC92D8-56CD-48C6-BFDB-21C620BEFE8F}" presName="horz1" presStyleCnt="0"/>
      <dgm:spPr/>
    </dgm:pt>
    <dgm:pt modelId="{2D415805-A7C5-3F4B-A919-F4EA36B40BB9}" type="pres">
      <dgm:prSet presAssocID="{1CFC92D8-56CD-48C6-BFDB-21C620BEFE8F}" presName="tx1" presStyleLbl="revTx" presStyleIdx="1" presStyleCnt="6"/>
      <dgm:spPr/>
    </dgm:pt>
    <dgm:pt modelId="{FB0C978B-0D36-184C-B256-9ACBBDC6EE40}" type="pres">
      <dgm:prSet presAssocID="{1CFC92D8-56CD-48C6-BFDB-21C620BEFE8F}" presName="vert1" presStyleCnt="0"/>
      <dgm:spPr/>
    </dgm:pt>
    <dgm:pt modelId="{5C6338EF-F8AE-0A48-B692-179000469E95}" type="pres">
      <dgm:prSet presAssocID="{BC66C553-92C9-47E8-9FD9-2B799EFF576D}" presName="thickLine" presStyleLbl="alignNode1" presStyleIdx="2" presStyleCnt="6"/>
      <dgm:spPr/>
    </dgm:pt>
    <dgm:pt modelId="{C172B24C-0349-2344-B03E-281046B43CF7}" type="pres">
      <dgm:prSet presAssocID="{BC66C553-92C9-47E8-9FD9-2B799EFF576D}" presName="horz1" presStyleCnt="0"/>
      <dgm:spPr/>
    </dgm:pt>
    <dgm:pt modelId="{B9F9B710-A6A5-4F42-BAB0-C6986427CA72}" type="pres">
      <dgm:prSet presAssocID="{BC66C553-92C9-47E8-9FD9-2B799EFF576D}" presName="tx1" presStyleLbl="revTx" presStyleIdx="2" presStyleCnt="6"/>
      <dgm:spPr/>
    </dgm:pt>
    <dgm:pt modelId="{500668ED-A646-2242-BC67-AE4781D87F8F}" type="pres">
      <dgm:prSet presAssocID="{BC66C553-92C9-47E8-9FD9-2B799EFF576D}" presName="vert1" presStyleCnt="0"/>
      <dgm:spPr/>
    </dgm:pt>
    <dgm:pt modelId="{5829516F-ECBB-914C-BEA1-E318B7354D79}" type="pres">
      <dgm:prSet presAssocID="{0E60875F-3003-4266-A431-AA2E078AAE64}" presName="thickLine" presStyleLbl="alignNode1" presStyleIdx="3" presStyleCnt="6"/>
      <dgm:spPr/>
    </dgm:pt>
    <dgm:pt modelId="{965ACD78-5139-A64F-8417-0CA823C12AFB}" type="pres">
      <dgm:prSet presAssocID="{0E60875F-3003-4266-A431-AA2E078AAE64}" presName="horz1" presStyleCnt="0"/>
      <dgm:spPr/>
    </dgm:pt>
    <dgm:pt modelId="{D00A62AC-F3BE-2A4F-9078-3BA498C34635}" type="pres">
      <dgm:prSet presAssocID="{0E60875F-3003-4266-A431-AA2E078AAE64}" presName="tx1" presStyleLbl="revTx" presStyleIdx="3" presStyleCnt="6"/>
      <dgm:spPr/>
    </dgm:pt>
    <dgm:pt modelId="{DFD77DEB-05A4-D645-8B75-D54EC14EA4AB}" type="pres">
      <dgm:prSet presAssocID="{0E60875F-3003-4266-A431-AA2E078AAE64}" presName="vert1" presStyleCnt="0"/>
      <dgm:spPr/>
    </dgm:pt>
    <dgm:pt modelId="{79455636-086F-1B41-A77F-4A99407D1CBD}" type="pres">
      <dgm:prSet presAssocID="{57F97804-1963-4530-B7E6-6520662C342F}" presName="thickLine" presStyleLbl="alignNode1" presStyleIdx="4" presStyleCnt="6"/>
      <dgm:spPr/>
    </dgm:pt>
    <dgm:pt modelId="{9B187098-92B3-D448-9A3A-4E68EB5DCE95}" type="pres">
      <dgm:prSet presAssocID="{57F97804-1963-4530-B7E6-6520662C342F}" presName="horz1" presStyleCnt="0"/>
      <dgm:spPr/>
    </dgm:pt>
    <dgm:pt modelId="{76A0E98B-E718-1D40-91B5-7FAA037C6791}" type="pres">
      <dgm:prSet presAssocID="{57F97804-1963-4530-B7E6-6520662C342F}" presName="tx1" presStyleLbl="revTx" presStyleIdx="4" presStyleCnt="6"/>
      <dgm:spPr/>
    </dgm:pt>
    <dgm:pt modelId="{CD7105E6-D51E-4641-BD75-D5A9E1F82DB0}" type="pres">
      <dgm:prSet presAssocID="{57F97804-1963-4530-B7E6-6520662C342F}" presName="vert1" presStyleCnt="0"/>
      <dgm:spPr/>
    </dgm:pt>
    <dgm:pt modelId="{4EF6E8DF-8350-8F4C-B74D-7BEBD675C362}" type="pres">
      <dgm:prSet presAssocID="{DAB6F5FD-961B-4302-91D4-71FC19CFDB7C}" presName="thickLine" presStyleLbl="alignNode1" presStyleIdx="5" presStyleCnt="6"/>
      <dgm:spPr/>
    </dgm:pt>
    <dgm:pt modelId="{C1568A03-60B5-024D-B097-B6374C4CA2D8}" type="pres">
      <dgm:prSet presAssocID="{DAB6F5FD-961B-4302-91D4-71FC19CFDB7C}" presName="horz1" presStyleCnt="0"/>
      <dgm:spPr/>
    </dgm:pt>
    <dgm:pt modelId="{254FEEB9-D28A-AD4C-B7B2-1A2438771DCA}" type="pres">
      <dgm:prSet presAssocID="{DAB6F5FD-961B-4302-91D4-71FC19CFDB7C}" presName="tx1" presStyleLbl="revTx" presStyleIdx="5" presStyleCnt="6"/>
      <dgm:spPr/>
    </dgm:pt>
    <dgm:pt modelId="{C95299BC-8F23-E647-BA43-1127D3C176D8}" type="pres">
      <dgm:prSet presAssocID="{DAB6F5FD-961B-4302-91D4-71FC19CFDB7C}" presName="vert1" presStyleCnt="0"/>
      <dgm:spPr/>
    </dgm:pt>
  </dgm:ptLst>
  <dgm:cxnLst>
    <dgm:cxn modelId="{93B6730A-FCDC-504C-98EA-9F5AC34134E0}" type="presOf" srcId="{237C9470-408D-4A57-BF98-31D28FD61E8C}" destId="{5E0F483A-41C6-C143-8D5D-B7AA3CD5C7D0}" srcOrd="0" destOrd="0" presId="urn:microsoft.com/office/officeart/2008/layout/LinedList"/>
    <dgm:cxn modelId="{6D47E528-9B96-1B49-B007-DDA818B03B76}" type="presOf" srcId="{BC66C553-92C9-47E8-9FD9-2B799EFF576D}" destId="{B9F9B710-A6A5-4F42-BAB0-C6986427CA72}" srcOrd="0" destOrd="0" presId="urn:microsoft.com/office/officeart/2008/layout/LinedList"/>
    <dgm:cxn modelId="{3DE57C56-AA71-5048-9626-2BE5F0DBF106}" type="presOf" srcId="{57F97804-1963-4530-B7E6-6520662C342F}" destId="{76A0E98B-E718-1D40-91B5-7FAA037C6791}" srcOrd="0" destOrd="0" presId="urn:microsoft.com/office/officeart/2008/layout/LinedList"/>
    <dgm:cxn modelId="{0FBA676B-8FE3-4D29-B102-E2CC78C7C4F0}" srcId="{3AE69751-C34A-4C9A-88C7-881E9AF754AF}" destId="{0E60875F-3003-4266-A431-AA2E078AAE64}" srcOrd="3" destOrd="0" parTransId="{BCC60938-A051-4E6E-9559-871AE36C4295}" sibTransId="{F418F536-EBAC-485E-B90C-AD0546508F26}"/>
    <dgm:cxn modelId="{9114136C-F602-488A-8FEB-DF38ABE64B35}" srcId="{3AE69751-C34A-4C9A-88C7-881E9AF754AF}" destId="{57F97804-1963-4530-B7E6-6520662C342F}" srcOrd="4" destOrd="0" parTransId="{2D6B1D01-0EEF-4F17-BA0C-A7F73945B936}" sibTransId="{4F2E9965-3A4A-4D7A-807A-AA20A0671762}"/>
    <dgm:cxn modelId="{1825EA87-0C65-1E45-B639-7DB8AF94E55C}" type="presOf" srcId="{3AE69751-C34A-4C9A-88C7-881E9AF754AF}" destId="{09104C10-C593-EF46-AE83-6A395AABE0D1}" srcOrd="0" destOrd="0" presId="urn:microsoft.com/office/officeart/2008/layout/LinedList"/>
    <dgm:cxn modelId="{CBF11388-D50F-4D4E-A84D-781E62B0BE64}" type="presOf" srcId="{0E60875F-3003-4266-A431-AA2E078AAE64}" destId="{D00A62AC-F3BE-2A4F-9078-3BA498C34635}" srcOrd="0" destOrd="0" presId="urn:microsoft.com/office/officeart/2008/layout/LinedList"/>
    <dgm:cxn modelId="{91DB39C2-AF84-45EC-B77C-801FA0222D7E}" srcId="{3AE69751-C34A-4C9A-88C7-881E9AF754AF}" destId="{1CFC92D8-56CD-48C6-BFDB-21C620BEFE8F}" srcOrd="1" destOrd="0" parTransId="{E5D5C83B-BB30-4125-B358-196F1691A654}" sibTransId="{67DEF550-3D90-44F7-8DA0-368D4ADC6CDE}"/>
    <dgm:cxn modelId="{CC2CE4CC-FD38-4A70-8FC8-24E63734979B}" srcId="{3AE69751-C34A-4C9A-88C7-881E9AF754AF}" destId="{BC66C553-92C9-47E8-9FD9-2B799EFF576D}" srcOrd="2" destOrd="0" parTransId="{98D8EBF3-817D-4E46-B81F-C940181484F9}" sibTransId="{ED70190F-597A-4966-B154-8C8921C5C71A}"/>
    <dgm:cxn modelId="{661B90D7-0B23-46F3-9BA4-B3881BF1246B}" srcId="{3AE69751-C34A-4C9A-88C7-881E9AF754AF}" destId="{237C9470-408D-4A57-BF98-31D28FD61E8C}" srcOrd="0" destOrd="0" parTransId="{011E919B-BE24-482F-B44A-F231B5D36B0F}" sibTransId="{04C4BCA3-1491-43FE-835F-6B1C47BBEA0F}"/>
    <dgm:cxn modelId="{208A90DC-914E-514E-A2DC-9F1FB143526F}" type="presOf" srcId="{1CFC92D8-56CD-48C6-BFDB-21C620BEFE8F}" destId="{2D415805-A7C5-3F4B-A919-F4EA36B40BB9}" srcOrd="0" destOrd="0" presId="urn:microsoft.com/office/officeart/2008/layout/LinedList"/>
    <dgm:cxn modelId="{14387BDE-AFF8-AC41-8416-E97CC9D32325}" type="presOf" srcId="{DAB6F5FD-961B-4302-91D4-71FC19CFDB7C}" destId="{254FEEB9-D28A-AD4C-B7B2-1A2438771DCA}" srcOrd="0" destOrd="0" presId="urn:microsoft.com/office/officeart/2008/layout/LinedList"/>
    <dgm:cxn modelId="{E9BC22FA-8D37-48D5-8EDB-DD9FF10B60E7}" srcId="{3AE69751-C34A-4C9A-88C7-881E9AF754AF}" destId="{DAB6F5FD-961B-4302-91D4-71FC19CFDB7C}" srcOrd="5" destOrd="0" parTransId="{74651DF4-07C5-4A36-BF58-99436714483B}" sibTransId="{158A6153-AB72-4E02-996D-5C5818635B47}"/>
    <dgm:cxn modelId="{458F4E4E-B022-1E4A-8A5D-CC689C4DA9B9}" type="presParOf" srcId="{09104C10-C593-EF46-AE83-6A395AABE0D1}" destId="{AD0AEC79-F2B0-B146-9D38-8CC36B1C20B8}" srcOrd="0" destOrd="0" presId="urn:microsoft.com/office/officeart/2008/layout/LinedList"/>
    <dgm:cxn modelId="{552C32D2-A377-F94C-AFCA-CB192F2C1867}" type="presParOf" srcId="{09104C10-C593-EF46-AE83-6A395AABE0D1}" destId="{E01DFF47-62C6-414B-A0CE-748E6C1BF053}" srcOrd="1" destOrd="0" presId="urn:microsoft.com/office/officeart/2008/layout/LinedList"/>
    <dgm:cxn modelId="{5503150F-D29B-3646-AAEB-D080771DD73A}" type="presParOf" srcId="{E01DFF47-62C6-414B-A0CE-748E6C1BF053}" destId="{5E0F483A-41C6-C143-8D5D-B7AA3CD5C7D0}" srcOrd="0" destOrd="0" presId="urn:microsoft.com/office/officeart/2008/layout/LinedList"/>
    <dgm:cxn modelId="{8E06FE67-A67B-F24E-8D7E-87CEF8192B28}" type="presParOf" srcId="{E01DFF47-62C6-414B-A0CE-748E6C1BF053}" destId="{C841396F-0285-7A40-AFCB-BC8ECEBD60A6}" srcOrd="1" destOrd="0" presId="urn:microsoft.com/office/officeart/2008/layout/LinedList"/>
    <dgm:cxn modelId="{32E55E04-7F96-804C-B480-1EA2F67E8171}" type="presParOf" srcId="{09104C10-C593-EF46-AE83-6A395AABE0D1}" destId="{6D91BE2E-84E0-C24E-BB45-A7D2C57814D7}" srcOrd="2" destOrd="0" presId="urn:microsoft.com/office/officeart/2008/layout/LinedList"/>
    <dgm:cxn modelId="{3C9E41CF-1AF0-A645-A936-9D1AEF27F261}" type="presParOf" srcId="{09104C10-C593-EF46-AE83-6A395AABE0D1}" destId="{A5125D3F-5EBB-CA4F-968F-845652AD1D1F}" srcOrd="3" destOrd="0" presId="urn:microsoft.com/office/officeart/2008/layout/LinedList"/>
    <dgm:cxn modelId="{23A331EF-8BC9-A14F-9F77-A45AE5433DA0}" type="presParOf" srcId="{A5125D3F-5EBB-CA4F-968F-845652AD1D1F}" destId="{2D415805-A7C5-3F4B-A919-F4EA36B40BB9}" srcOrd="0" destOrd="0" presId="urn:microsoft.com/office/officeart/2008/layout/LinedList"/>
    <dgm:cxn modelId="{C3962EE2-DD5D-7844-8A31-0621944554F3}" type="presParOf" srcId="{A5125D3F-5EBB-CA4F-968F-845652AD1D1F}" destId="{FB0C978B-0D36-184C-B256-9ACBBDC6EE40}" srcOrd="1" destOrd="0" presId="urn:microsoft.com/office/officeart/2008/layout/LinedList"/>
    <dgm:cxn modelId="{1D1BB6AB-372C-F34F-8AFB-4715F1B808F6}" type="presParOf" srcId="{09104C10-C593-EF46-AE83-6A395AABE0D1}" destId="{5C6338EF-F8AE-0A48-B692-179000469E95}" srcOrd="4" destOrd="0" presId="urn:microsoft.com/office/officeart/2008/layout/LinedList"/>
    <dgm:cxn modelId="{C9C487C7-DCBA-A048-9DF1-0F3C8710635E}" type="presParOf" srcId="{09104C10-C593-EF46-AE83-6A395AABE0D1}" destId="{C172B24C-0349-2344-B03E-281046B43CF7}" srcOrd="5" destOrd="0" presId="urn:microsoft.com/office/officeart/2008/layout/LinedList"/>
    <dgm:cxn modelId="{339F9217-78B8-9E46-B723-8E11524A917D}" type="presParOf" srcId="{C172B24C-0349-2344-B03E-281046B43CF7}" destId="{B9F9B710-A6A5-4F42-BAB0-C6986427CA72}" srcOrd="0" destOrd="0" presId="urn:microsoft.com/office/officeart/2008/layout/LinedList"/>
    <dgm:cxn modelId="{D1572E90-8494-044C-86FA-003D923E62FE}" type="presParOf" srcId="{C172B24C-0349-2344-B03E-281046B43CF7}" destId="{500668ED-A646-2242-BC67-AE4781D87F8F}" srcOrd="1" destOrd="0" presId="urn:microsoft.com/office/officeart/2008/layout/LinedList"/>
    <dgm:cxn modelId="{CF355401-7131-B448-91F3-9A40486367FF}" type="presParOf" srcId="{09104C10-C593-EF46-AE83-6A395AABE0D1}" destId="{5829516F-ECBB-914C-BEA1-E318B7354D79}" srcOrd="6" destOrd="0" presId="urn:microsoft.com/office/officeart/2008/layout/LinedList"/>
    <dgm:cxn modelId="{D6950894-44FF-084B-98F5-91396ED6AA22}" type="presParOf" srcId="{09104C10-C593-EF46-AE83-6A395AABE0D1}" destId="{965ACD78-5139-A64F-8417-0CA823C12AFB}" srcOrd="7" destOrd="0" presId="urn:microsoft.com/office/officeart/2008/layout/LinedList"/>
    <dgm:cxn modelId="{A4D67E9C-8D8D-CE41-B75B-B666E292465B}" type="presParOf" srcId="{965ACD78-5139-A64F-8417-0CA823C12AFB}" destId="{D00A62AC-F3BE-2A4F-9078-3BA498C34635}" srcOrd="0" destOrd="0" presId="urn:microsoft.com/office/officeart/2008/layout/LinedList"/>
    <dgm:cxn modelId="{2CC90D59-FF16-D543-AE04-164EA4BB17B9}" type="presParOf" srcId="{965ACD78-5139-A64F-8417-0CA823C12AFB}" destId="{DFD77DEB-05A4-D645-8B75-D54EC14EA4AB}" srcOrd="1" destOrd="0" presId="urn:microsoft.com/office/officeart/2008/layout/LinedList"/>
    <dgm:cxn modelId="{D2402101-8F46-654C-9A2F-E2469BE932E5}" type="presParOf" srcId="{09104C10-C593-EF46-AE83-6A395AABE0D1}" destId="{79455636-086F-1B41-A77F-4A99407D1CBD}" srcOrd="8" destOrd="0" presId="urn:microsoft.com/office/officeart/2008/layout/LinedList"/>
    <dgm:cxn modelId="{5468B72F-CE31-CF40-B48C-79E3D4D74635}" type="presParOf" srcId="{09104C10-C593-EF46-AE83-6A395AABE0D1}" destId="{9B187098-92B3-D448-9A3A-4E68EB5DCE95}" srcOrd="9" destOrd="0" presId="urn:microsoft.com/office/officeart/2008/layout/LinedList"/>
    <dgm:cxn modelId="{4CD0BC21-1B20-8140-ABBB-C041CB039CD8}" type="presParOf" srcId="{9B187098-92B3-D448-9A3A-4E68EB5DCE95}" destId="{76A0E98B-E718-1D40-91B5-7FAA037C6791}" srcOrd="0" destOrd="0" presId="urn:microsoft.com/office/officeart/2008/layout/LinedList"/>
    <dgm:cxn modelId="{4022F219-2555-5C4E-B5FD-4EE5BC0FDF79}" type="presParOf" srcId="{9B187098-92B3-D448-9A3A-4E68EB5DCE95}" destId="{CD7105E6-D51E-4641-BD75-D5A9E1F82DB0}" srcOrd="1" destOrd="0" presId="urn:microsoft.com/office/officeart/2008/layout/LinedList"/>
    <dgm:cxn modelId="{6729558B-C616-FA4B-B8BC-12C5ABFEF06B}" type="presParOf" srcId="{09104C10-C593-EF46-AE83-6A395AABE0D1}" destId="{4EF6E8DF-8350-8F4C-B74D-7BEBD675C362}" srcOrd="10" destOrd="0" presId="urn:microsoft.com/office/officeart/2008/layout/LinedList"/>
    <dgm:cxn modelId="{E3454F25-6332-2048-B71A-B9D7B7A013FB}" type="presParOf" srcId="{09104C10-C593-EF46-AE83-6A395AABE0D1}" destId="{C1568A03-60B5-024D-B097-B6374C4CA2D8}" srcOrd="11" destOrd="0" presId="urn:microsoft.com/office/officeart/2008/layout/LinedList"/>
    <dgm:cxn modelId="{C2713081-7AB4-F847-BC3C-F24A615A4F7C}" type="presParOf" srcId="{C1568A03-60B5-024D-B097-B6374C4CA2D8}" destId="{254FEEB9-D28A-AD4C-B7B2-1A2438771DCA}" srcOrd="0" destOrd="0" presId="urn:microsoft.com/office/officeart/2008/layout/LinedList"/>
    <dgm:cxn modelId="{68AD1152-7A39-5D46-849C-0C69F2F56C25}" type="presParOf" srcId="{C1568A03-60B5-024D-B097-B6374C4CA2D8}" destId="{C95299BC-8F23-E647-BA43-1127D3C176D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209692D-F8C7-457B-9FFD-D304DEA1DB3B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60A8783E-476A-4D0A-98BC-3897570932D4}">
      <dgm:prSet/>
      <dgm:spPr/>
      <dgm:t>
        <a:bodyPr/>
        <a:lstStyle/>
        <a:p>
          <a:r>
            <a:rPr lang="en-US"/>
            <a:t>Dr. Salam sees 40–50 patients daily in his chamber.</a:t>
          </a:r>
        </a:p>
      </dgm:t>
    </dgm:pt>
    <dgm:pt modelId="{78491A24-C040-443A-8EA3-C039E440D9E5}" type="parTrans" cxnId="{C663480C-1CDE-4346-972F-AAB250DB40E5}">
      <dgm:prSet/>
      <dgm:spPr/>
      <dgm:t>
        <a:bodyPr/>
        <a:lstStyle/>
        <a:p>
          <a:endParaRPr lang="en-US"/>
        </a:p>
      </dgm:t>
    </dgm:pt>
    <dgm:pt modelId="{821EC405-4C37-49A4-8B7F-3E4A576012F9}" type="sibTrans" cxnId="{C663480C-1CDE-4346-972F-AAB250DB40E5}">
      <dgm:prSet/>
      <dgm:spPr/>
      <dgm:t>
        <a:bodyPr/>
        <a:lstStyle/>
        <a:p>
          <a:endParaRPr lang="en-US"/>
        </a:p>
      </dgm:t>
    </dgm:pt>
    <dgm:pt modelId="{49B916CE-662E-496F-B839-959AF22D0774}">
      <dgm:prSet/>
      <dgm:spPr/>
      <dgm:t>
        <a:bodyPr/>
        <a:lstStyle/>
        <a:p>
          <a:r>
            <a:rPr lang="en-US"/>
            <a:t>Before PulseNote:</a:t>
          </a:r>
        </a:p>
      </dgm:t>
    </dgm:pt>
    <dgm:pt modelId="{39032242-9423-4A77-B4F1-C62ACE30DB82}" type="parTrans" cxnId="{56E3EBAE-BFCC-44FA-8744-E00B653E4351}">
      <dgm:prSet/>
      <dgm:spPr/>
      <dgm:t>
        <a:bodyPr/>
        <a:lstStyle/>
        <a:p>
          <a:endParaRPr lang="en-US"/>
        </a:p>
      </dgm:t>
    </dgm:pt>
    <dgm:pt modelId="{2531A4EF-5A54-4C6E-B354-C7BBC99F664D}" type="sibTrans" cxnId="{56E3EBAE-BFCC-44FA-8744-E00B653E4351}">
      <dgm:prSet/>
      <dgm:spPr/>
      <dgm:t>
        <a:bodyPr/>
        <a:lstStyle/>
        <a:p>
          <a:endParaRPr lang="en-US"/>
        </a:p>
      </dgm:t>
    </dgm:pt>
    <dgm:pt modelId="{AB26CB39-8357-42D8-9C0C-664E710D7255}">
      <dgm:prSet/>
      <dgm:spPr/>
      <dgm:t>
        <a:bodyPr/>
        <a:lstStyle/>
        <a:p>
          <a:r>
            <a:rPr lang="en-US"/>
            <a:t>- He rewrote prescriptions for the same chronic patients</a:t>
          </a:r>
        </a:p>
      </dgm:t>
    </dgm:pt>
    <dgm:pt modelId="{9DAE349F-2D26-49A0-9DBA-DB95812D4A5E}" type="parTrans" cxnId="{BC2F97DA-76E1-48D6-9D01-4A0C3607ACA2}">
      <dgm:prSet/>
      <dgm:spPr/>
      <dgm:t>
        <a:bodyPr/>
        <a:lstStyle/>
        <a:p>
          <a:endParaRPr lang="en-US"/>
        </a:p>
      </dgm:t>
    </dgm:pt>
    <dgm:pt modelId="{4498316C-F450-4A25-B478-02D69FACC126}" type="sibTrans" cxnId="{BC2F97DA-76E1-48D6-9D01-4A0C3607ACA2}">
      <dgm:prSet/>
      <dgm:spPr/>
      <dgm:t>
        <a:bodyPr/>
        <a:lstStyle/>
        <a:p>
          <a:endParaRPr lang="en-US"/>
        </a:p>
      </dgm:t>
    </dgm:pt>
    <dgm:pt modelId="{BD57CEC3-6E91-4863-97BF-0C4968EB9A0A}">
      <dgm:prSet/>
      <dgm:spPr/>
      <dgm:t>
        <a:bodyPr/>
        <a:lstStyle/>
        <a:p>
          <a:r>
            <a:rPr lang="en-US"/>
            <a:t>Now:</a:t>
          </a:r>
        </a:p>
      </dgm:t>
    </dgm:pt>
    <dgm:pt modelId="{2B968466-0890-4445-A00F-76EA2B6C2947}" type="parTrans" cxnId="{1CD9F7AB-CDDD-447F-9D3B-CA8779C0551B}">
      <dgm:prSet/>
      <dgm:spPr/>
      <dgm:t>
        <a:bodyPr/>
        <a:lstStyle/>
        <a:p>
          <a:endParaRPr lang="en-US"/>
        </a:p>
      </dgm:t>
    </dgm:pt>
    <dgm:pt modelId="{131E379A-C181-409D-8905-9492183B0BED}" type="sibTrans" cxnId="{1CD9F7AB-CDDD-447F-9D3B-CA8779C0551B}">
      <dgm:prSet/>
      <dgm:spPr/>
      <dgm:t>
        <a:bodyPr/>
        <a:lstStyle/>
        <a:p>
          <a:endParaRPr lang="en-US"/>
        </a:p>
      </dgm:t>
    </dgm:pt>
    <dgm:pt modelId="{F085B3CE-B598-4F2A-8C9A-CA321A4589EB}">
      <dgm:prSet/>
      <dgm:spPr/>
      <dgm:t>
        <a:bodyPr/>
        <a:lstStyle/>
        <a:p>
          <a:r>
            <a:rPr lang="en-US"/>
            <a:t>- Sees previous visit history, test reports</a:t>
          </a:r>
        </a:p>
      </dgm:t>
    </dgm:pt>
    <dgm:pt modelId="{50FB8050-F6B6-4F92-8E6E-BECE6B7BA37D}" type="parTrans" cxnId="{030AFE41-122D-4549-8D7B-2332F3996A58}">
      <dgm:prSet/>
      <dgm:spPr/>
      <dgm:t>
        <a:bodyPr/>
        <a:lstStyle/>
        <a:p>
          <a:endParaRPr lang="en-US"/>
        </a:p>
      </dgm:t>
    </dgm:pt>
    <dgm:pt modelId="{125C083A-2FA8-4761-A3CD-C4AA5B8AD39C}" type="sibTrans" cxnId="{030AFE41-122D-4549-8D7B-2332F3996A58}">
      <dgm:prSet/>
      <dgm:spPr/>
      <dgm:t>
        <a:bodyPr/>
        <a:lstStyle/>
        <a:p>
          <a:endParaRPr lang="en-US"/>
        </a:p>
      </dgm:t>
    </dgm:pt>
    <dgm:pt modelId="{44DD6123-75AF-4A6E-85DB-DED25DAE74EA}">
      <dgm:prSet/>
      <dgm:spPr/>
      <dgm:t>
        <a:bodyPr/>
        <a:lstStyle/>
        <a:p>
          <a:r>
            <a:rPr lang="en-US"/>
            <a:t>- Uses voice-to-text + GPT to auto-summarize in Bengali</a:t>
          </a:r>
        </a:p>
      </dgm:t>
    </dgm:pt>
    <dgm:pt modelId="{96EA1E20-D8A3-4632-B1C9-8D95D794F7D5}" type="parTrans" cxnId="{C2020E25-88BA-4FC3-9445-1F558D1D0E69}">
      <dgm:prSet/>
      <dgm:spPr/>
      <dgm:t>
        <a:bodyPr/>
        <a:lstStyle/>
        <a:p>
          <a:endParaRPr lang="en-US"/>
        </a:p>
      </dgm:t>
    </dgm:pt>
    <dgm:pt modelId="{CD95D89D-85D1-453F-9024-A7771F24E9D8}" type="sibTrans" cxnId="{C2020E25-88BA-4FC3-9445-1F558D1D0E69}">
      <dgm:prSet/>
      <dgm:spPr/>
      <dgm:t>
        <a:bodyPr/>
        <a:lstStyle/>
        <a:p>
          <a:endParaRPr lang="en-US"/>
        </a:p>
      </dgm:t>
    </dgm:pt>
    <dgm:pt modelId="{F0A8404D-27DA-449B-853D-47FC4953D06F}">
      <dgm:prSet/>
      <dgm:spPr/>
      <dgm:t>
        <a:bodyPr/>
        <a:lstStyle/>
        <a:p>
          <a:r>
            <a:rPr lang="en-US"/>
            <a:t>- Gains business insight: earnings, patient volume, trends</a:t>
          </a:r>
        </a:p>
      </dgm:t>
    </dgm:pt>
    <dgm:pt modelId="{0D60F7FD-C69E-47D4-8948-D70017E4687B}" type="parTrans" cxnId="{648C48E6-317A-4345-A326-AFD630701DA2}">
      <dgm:prSet/>
      <dgm:spPr/>
      <dgm:t>
        <a:bodyPr/>
        <a:lstStyle/>
        <a:p>
          <a:endParaRPr lang="en-US"/>
        </a:p>
      </dgm:t>
    </dgm:pt>
    <dgm:pt modelId="{E53CE5A6-019E-48BE-8138-3E78DEAD1A04}" type="sibTrans" cxnId="{648C48E6-317A-4345-A326-AFD630701DA2}">
      <dgm:prSet/>
      <dgm:spPr/>
      <dgm:t>
        <a:bodyPr/>
        <a:lstStyle/>
        <a:p>
          <a:endParaRPr lang="en-US"/>
        </a:p>
      </dgm:t>
    </dgm:pt>
    <dgm:pt modelId="{C1DE583D-28E1-D442-8C81-12A89AA41E41}" type="pres">
      <dgm:prSet presAssocID="{2209692D-F8C7-457B-9FFD-D304DEA1DB3B}" presName="vert0" presStyleCnt="0">
        <dgm:presLayoutVars>
          <dgm:dir/>
          <dgm:animOne val="branch"/>
          <dgm:animLvl val="lvl"/>
        </dgm:presLayoutVars>
      </dgm:prSet>
      <dgm:spPr/>
    </dgm:pt>
    <dgm:pt modelId="{81FD485E-7445-8347-B8F2-492E8DC395D2}" type="pres">
      <dgm:prSet presAssocID="{60A8783E-476A-4D0A-98BC-3897570932D4}" presName="thickLine" presStyleLbl="alignNode1" presStyleIdx="0" presStyleCnt="7"/>
      <dgm:spPr/>
    </dgm:pt>
    <dgm:pt modelId="{19697D7D-F20C-E04A-8097-022CD142B478}" type="pres">
      <dgm:prSet presAssocID="{60A8783E-476A-4D0A-98BC-3897570932D4}" presName="horz1" presStyleCnt="0"/>
      <dgm:spPr/>
    </dgm:pt>
    <dgm:pt modelId="{0868D4B7-7734-344F-BE44-1C68E46785FF}" type="pres">
      <dgm:prSet presAssocID="{60A8783E-476A-4D0A-98BC-3897570932D4}" presName="tx1" presStyleLbl="revTx" presStyleIdx="0" presStyleCnt="7"/>
      <dgm:spPr/>
    </dgm:pt>
    <dgm:pt modelId="{42D1EBEB-3E6C-FB40-ACBF-883E5CF16B4C}" type="pres">
      <dgm:prSet presAssocID="{60A8783E-476A-4D0A-98BC-3897570932D4}" presName="vert1" presStyleCnt="0"/>
      <dgm:spPr/>
    </dgm:pt>
    <dgm:pt modelId="{A8D2345D-25F2-2649-9F3A-98BCD9973A42}" type="pres">
      <dgm:prSet presAssocID="{49B916CE-662E-496F-B839-959AF22D0774}" presName="thickLine" presStyleLbl="alignNode1" presStyleIdx="1" presStyleCnt="7"/>
      <dgm:spPr/>
    </dgm:pt>
    <dgm:pt modelId="{A58D75DB-667E-624C-8B22-BF528901A2B3}" type="pres">
      <dgm:prSet presAssocID="{49B916CE-662E-496F-B839-959AF22D0774}" presName="horz1" presStyleCnt="0"/>
      <dgm:spPr/>
    </dgm:pt>
    <dgm:pt modelId="{E7DB58EF-C1E2-E646-B2D0-6596339A41F2}" type="pres">
      <dgm:prSet presAssocID="{49B916CE-662E-496F-B839-959AF22D0774}" presName="tx1" presStyleLbl="revTx" presStyleIdx="1" presStyleCnt="7"/>
      <dgm:spPr/>
    </dgm:pt>
    <dgm:pt modelId="{99CD1163-9555-C84A-A258-6A9BB9C5D6C7}" type="pres">
      <dgm:prSet presAssocID="{49B916CE-662E-496F-B839-959AF22D0774}" presName="vert1" presStyleCnt="0"/>
      <dgm:spPr/>
    </dgm:pt>
    <dgm:pt modelId="{491D6F76-9F73-1D4E-95A5-1C5A5D59BF05}" type="pres">
      <dgm:prSet presAssocID="{AB26CB39-8357-42D8-9C0C-664E710D7255}" presName="thickLine" presStyleLbl="alignNode1" presStyleIdx="2" presStyleCnt="7"/>
      <dgm:spPr/>
    </dgm:pt>
    <dgm:pt modelId="{B791F8E1-6FB5-C04F-9A6C-D7B8D287F59A}" type="pres">
      <dgm:prSet presAssocID="{AB26CB39-8357-42D8-9C0C-664E710D7255}" presName="horz1" presStyleCnt="0"/>
      <dgm:spPr/>
    </dgm:pt>
    <dgm:pt modelId="{B37A2E4E-A993-704F-8CAB-7DB702738008}" type="pres">
      <dgm:prSet presAssocID="{AB26CB39-8357-42D8-9C0C-664E710D7255}" presName="tx1" presStyleLbl="revTx" presStyleIdx="2" presStyleCnt="7"/>
      <dgm:spPr/>
    </dgm:pt>
    <dgm:pt modelId="{98F7B992-594D-7D45-99C7-2BB5C29F51A6}" type="pres">
      <dgm:prSet presAssocID="{AB26CB39-8357-42D8-9C0C-664E710D7255}" presName="vert1" presStyleCnt="0"/>
      <dgm:spPr/>
    </dgm:pt>
    <dgm:pt modelId="{E2ACD9FE-72D6-3941-AA90-24C8DDB544D0}" type="pres">
      <dgm:prSet presAssocID="{BD57CEC3-6E91-4863-97BF-0C4968EB9A0A}" presName="thickLine" presStyleLbl="alignNode1" presStyleIdx="3" presStyleCnt="7"/>
      <dgm:spPr/>
    </dgm:pt>
    <dgm:pt modelId="{DA345E7E-2A2A-7344-AD59-6C76CC65D2D2}" type="pres">
      <dgm:prSet presAssocID="{BD57CEC3-6E91-4863-97BF-0C4968EB9A0A}" presName="horz1" presStyleCnt="0"/>
      <dgm:spPr/>
    </dgm:pt>
    <dgm:pt modelId="{270D05C4-0997-2346-B444-330309FCF0F4}" type="pres">
      <dgm:prSet presAssocID="{BD57CEC3-6E91-4863-97BF-0C4968EB9A0A}" presName="tx1" presStyleLbl="revTx" presStyleIdx="3" presStyleCnt="7"/>
      <dgm:spPr/>
    </dgm:pt>
    <dgm:pt modelId="{CBA57DD6-7602-B949-B7AA-C6C0B715205B}" type="pres">
      <dgm:prSet presAssocID="{BD57CEC3-6E91-4863-97BF-0C4968EB9A0A}" presName="vert1" presStyleCnt="0"/>
      <dgm:spPr/>
    </dgm:pt>
    <dgm:pt modelId="{12C91C14-9DEF-A74C-8C07-C48696491023}" type="pres">
      <dgm:prSet presAssocID="{F085B3CE-B598-4F2A-8C9A-CA321A4589EB}" presName="thickLine" presStyleLbl="alignNode1" presStyleIdx="4" presStyleCnt="7"/>
      <dgm:spPr/>
    </dgm:pt>
    <dgm:pt modelId="{90C2252B-EA9B-4649-A8F0-9B1EA15AAE0B}" type="pres">
      <dgm:prSet presAssocID="{F085B3CE-B598-4F2A-8C9A-CA321A4589EB}" presName="horz1" presStyleCnt="0"/>
      <dgm:spPr/>
    </dgm:pt>
    <dgm:pt modelId="{41F52B94-3C81-C444-8866-F07AEAE12365}" type="pres">
      <dgm:prSet presAssocID="{F085B3CE-B598-4F2A-8C9A-CA321A4589EB}" presName="tx1" presStyleLbl="revTx" presStyleIdx="4" presStyleCnt="7"/>
      <dgm:spPr/>
    </dgm:pt>
    <dgm:pt modelId="{EBB943C4-E73C-9C49-99CB-0222CFDC0590}" type="pres">
      <dgm:prSet presAssocID="{F085B3CE-B598-4F2A-8C9A-CA321A4589EB}" presName="vert1" presStyleCnt="0"/>
      <dgm:spPr/>
    </dgm:pt>
    <dgm:pt modelId="{CDB0437C-250B-6442-B688-DF2FBA9F3F36}" type="pres">
      <dgm:prSet presAssocID="{44DD6123-75AF-4A6E-85DB-DED25DAE74EA}" presName="thickLine" presStyleLbl="alignNode1" presStyleIdx="5" presStyleCnt="7"/>
      <dgm:spPr/>
    </dgm:pt>
    <dgm:pt modelId="{FD1952A5-1127-BD42-929C-ABB7532E9EB6}" type="pres">
      <dgm:prSet presAssocID="{44DD6123-75AF-4A6E-85DB-DED25DAE74EA}" presName="horz1" presStyleCnt="0"/>
      <dgm:spPr/>
    </dgm:pt>
    <dgm:pt modelId="{2A983E4C-F0C5-CD4A-9A3D-F64751F0D95A}" type="pres">
      <dgm:prSet presAssocID="{44DD6123-75AF-4A6E-85DB-DED25DAE74EA}" presName="tx1" presStyleLbl="revTx" presStyleIdx="5" presStyleCnt="7"/>
      <dgm:spPr/>
    </dgm:pt>
    <dgm:pt modelId="{C26A6E3D-B90B-FD4F-A8F2-C3C70D213528}" type="pres">
      <dgm:prSet presAssocID="{44DD6123-75AF-4A6E-85DB-DED25DAE74EA}" presName="vert1" presStyleCnt="0"/>
      <dgm:spPr/>
    </dgm:pt>
    <dgm:pt modelId="{3CC35680-4401-8141-92DE-F31D78C9FAC9}" type="pres">
      <dgm:prSet presAssocID="{F0A8404D-27DA-449B-853D-47FC4953D06F}" presName="thickLine" presStyleLbl="alignNode1" presStyleIdx="6" presStyleCnt="7"/>
      <dgm:spPr/>
    </dgm:pt>
    <dgm:pt modelId="{96B93666-2E7A-9E40-BDDF-196D2563344D}" type="pres">
      <dgm:prSet presAssocID="{F0A8404D-27DA-449B-853D-47FC4953D06F}" presName="horz1" presStyleCnt="0"/>
      <dgm:spPr/>
    </dgm:pt>
    <dgm:pt modelId="{CF61C3EF-FB01-AB47-9296-625D80BCCA49}" type="pres">
      <dgm:prSet presAssocID="{F0A8404D-27DA-449B-853D-47FC4953D06F}" presName="tx1" presStyleLbl="revTx" presStyleIdx="6" presStyleCnt="7"/>
      <dgm:spPr/>
    </dgm:pt>
    <dgm:pt modelId="{B3E1AAAA-F4AA-F74F-A078-2173F23C4D5B}" type="pres">
      <dgm:prSet presAssocID="{F0A8404D-27DA-449B-853D-47FC4953D06F}" presName="vert1" presStyleCnt="0"/>
      <dgm:spPr/>
    </dgm:pt>
  </dgm:ptLst>
  <dgm:cxnLst>
    <dgm:cxn modelId="{A2072903-D396-2444-9F72-1C1CB79F9ECA}" type="presOf" srcId="{49B916CE-662E-496F-B839-959AF22D0774}" destId="{E7DB58EF-C1E2-E646-B2D0-6596339A41F2}" srcOrd="0" destOrd="0" presId="urn:microsoft.com/office/officeart/2008/layout/LinedList"/>
    <dgm:cxn modelId="{C663480C-1CDE-4346-972F-AAB250DB40E5}" srcId="{2209692D-F8C7-457B-9FFD-D304DEA1DB3B}" destId="{60A8783E-476A-4D0A-98BC-3897570932D4}" srcOrd="0" destOrd="0" parTransId="{78491A24-C040-443A-8EA3-C039E440D9E5}" sibTransId="{821EC405-4C37-49A4-8B7F-3E4A576012F9}"/>
    <dgm:cxn modelId="{C2020E25-88BA-4FC3-9445-1F558D1D0E69}" srcId="{2209692D-F8C7-457B-9FFD-D304DEA1DB3B}" destId="{44DD6123-75AF-4A6E-85DB-DED25DAE74EA}" srcOrd="5" destOrd="0" parTransId="{96EA1E20-D8A3-4632-B1C9-8D95D794F7D5}" sibTransId="{CD95D89D-85D1-453F-9024-A7771F24E9D8}"/>
    <dgm:cxn modelId="{80FB3E25-047C-A84D-B10A-EB0AB9B3A300}" type="presOf" srcId="{F085B3CE-B598-4F2A-8C9A-CA321A4589EB}" destId="{41F52B94-3C81-C444-8866-F07AEAE12365}" srcOrd="0" destOrd="0" presId="urn:microsoft.com/office/officeart/2008/layout/LinedList"/>
    <dgm:cxn modelId="{030AFE41-122D-4549-8D7B-2332F3996A58}" srcId="{2209692D-F8C7-457B-9FFD-D304DEA1DB3B}" destId="{F085B3CE-B598-4F2A-8C9A-CA321A4589EB}" srcOrd="4" destOrd="0" parTransId="{50FB8050-F6B6-4F92-8E6E-BECE6B7BA37D}" sibTransId="{125C083A-2FA8-4761-A3CD-C4AA5B8AD39C}"/>
    <dgm:cxn modelId="{426A2443-92A0-E945-BB9C-7B538E85F647}" type="presOf" srcId="{BD57CEC3-6E91-4863-97BF-0C4968EB9A0A}" destId="{270D05C4-0997-2346-B444-330309FCF0F4}" srcOrd="0" destOrd="0" presId="urn:microsoft.com/office/officeart/2008/layout/LinedList"/>
    <dgm:cxn modelId="{DEBC1C9D-74B3-D047-AAAC-9982320DC29B}" type="presOf" srcId="{AB26CB39-8357-42D8-9C0C-664E710D7255}" destId="{B37A2E4E-A993-704F-8CAB-7DB702738008}" srcOrd="0" destOrd="0" presId="urn:microsoft.com/office/officeart/2008/layout/LinedList"/>
    <dgm:cxn modelId="{3B3C5FA0-C7C0-754D-8AC6-97AFB7B6A886}" type="presOf" srcId="{44DD6123-75AF-4A6E-85DB-DED25DAE74EA}" destId="{2A983E4C-F0C5-CD4A-9A3D-F64751F0D95A}" srcOrd="0" destOrd="0" presId="urn:microsoft.com/office/officeart/2008/layout/LinedList"/>
    <dgm:cxn modelId="{642F34A7-8410-2445-B146-E2FB99E65D92}" type="presOf" srcId="{F0A8404D-27DA-449B-853D-47FC4953D06F}" destId="{CF61C3EF-FB01-AB47-9296-625D80BCCA49}" srcOrd="0" destOrd="0" presId="urn:microsoft.com/office/officeart/2008/layout/LinedList"/>
    <dgm:cxn modelId="{1CD9F7AB-CDDD-447F-9D3B-CA8779C0551B}" srcId="{2209692D-F8C7-457B-9FFD-D304DEA1DB3B}" destId="{BD57CEC3-6E91-4863-97BF-0C4968EB9A0A}" srcOrd="3" destOrd="0" parTransId="{2B968466-0890-4445-A00F-76EA2B6C2947}" sibTransId="{131E379A-C181-409D-8905-9492183B0BED}"/>
    <dgm:cxn modelId="{56E3EBAE-BFCC-44FA-8744-E00B653E4351}" srcId="{2209692D-F8C7-457B-9FFD-D304DEA1DB3B}" destId="{49B916CE-662E-496F-B839-959AF22D0774}" srcOrd="1" destOrd="0" parTransId="{39032242-9423-4A77-B4F1-C62ACE30DB82}" sibTransId="{2531A4EF-5A54-4C6E-B354-C7BBC99F664D}"/>
    <dgm:cxn modelId="{DB3DF5CD-E436-3543-A985-BFF967DFB050}" type="presOf" srcId="{2209692D-F8C7-457B-9FFD-D304DEA1DB3B}" destId="{C1DE583D-28E1-D442-8C81-12A89AA41E41}" srcOrd="0" destOrd="0" presId="urn:microsoft.com/office/officeart/2008/layout/LinedList"/>
    <dgm:cxn modelId="{BC2F97DA-76E1-48D6-9D01-4A0C3607ACA2}" srcId="{2209692D-F8C7-457B-9FFD-D304DEA1DB3B}" destId="{AB26CB39-8357-42D8-9C0C-664E710D7255}" srcOrd="2" destOrd="0" parTransId="{9DAE349F-2D26-49A0-9DBA-DB95812D4A5E}" sibTransId="{4498316C-F450-4A25-B478-02D69FACC126}"/>
    <dgm:cxn modelId="{648C48E6-317A-4345-A326-AFD630701DA2}" srcId="{2209692D-F8C7-457B-9FFD-D304DEA1DB3B}" destId="{F0A8404D-27DA-449B-853D-47FC4953D06F}" srcOrd="6" destOrd="0" parTransId="{0D60F7FD-C69E-47D4-8948-D70017E4687B}" sibTransId="{E53CE5A6-019E-48BE-8138-3E78DEAD1A04}"/>
    <dgm:cxn modelId="{7D689BE9-E1B2-8345-9E8D-46FC673E5E8E}" type="presOf" srcId="{60A8783E-476A-4D0A-98BC-3897570932D4}" destId="{0868D4B7-7734-344F-BE44-1C68E46785FF}" srcOrd="0" destOrd="0" presId="urn:microsoft.com/office/officeart/2008/layout/LinedList"/>
    <dgm:cxn modelId="{0DC09F70-628C-C34A-A775-46CE8333CEC7}" type="presParOf" srcId="{C1DE583D-28E1-D442-8C81-12A89AA41E41}" destId="{81FD485E-7445-8347-B8F2-492E8DC395D2}" srcOrd="0" destOrd="0" presId="urn:microsoft.com/office/officeart/2008/layout/LinedList"/>
    <dgm:cxn modelId="{4FF3FA75-306A-EA4D-9ED5-1F0B8F887265}" type="presParOf" srcId="{C1DE583D-28E1-D442-8C81-12A89AA41E41}" destId="{19697D7D-F20C-E04A-8097-022CD142B478}" srcOrd="1" destOrd="0" presId="urn:microsoft.com/office/officeart/2008/layout/LinedList"/>
    <dgm:cxn modelId="{F1DBD5F8-5AE7-A04B-8749-AAAB0A6A1C38}" type="presParOf" srcId="{19697D7D-F20C-E04A-8097-022CD142B478}" destId="{0868D4B7-7734-344F-BE44-1C68E46785FF}" srcOrd="0" destOrd="0" presId="urn:microsoft.com/office/officeart/2008/layout/LinedList"/>
    <dgm:cxn modelId="{991E3B9C-5D96-9C45-9A67-F89464E84A01}" type="presParOf" srcId="{19697D7D-F20C-E04A-8097-022CD142B478}" destId="{42D1EBEB-3E6C-FB40-ACBF-883E5CF16B4C}" srcOrd="1" destOrd="0" presId="urn:microsoft.com/office/officeart/2008/layout/LinedList"/>
    <dgm:cxn modelId="{3F7ECAE3-40D5-F942-8D0B-41C827430C2F}" type="presParOf" srcId="{C1DE583D-28E1-D442-8C81-12A89AA41E41}" destId="{A8D2345D-25F2-2649-9F3A-98BCD9973A42}" srcOrd="2" destOrd="0" presId="urn:microsoft.com/office/officeart/2008/layout/LinedList"/>
    <dgm:cxn modelId="{3FFD42EB-7250-E74C-A344-79CBE9D24318}" type="presParOf" srcId="{C1DE583D-28E1-D442-8C81-12A89AA41E41}" destId="{A58D75DB-667E-624C-8B22-BF528901A2B3}" srcOrd="3" destOrd="0" presId="urn:microsoft.com/office/officeart/2008/layout/LinedList"/>
    <dgm:cxn modelId="{4F087F3A-D1E3-BF40-B2CB-F26D9844BC56}" type="presParOf" srcId="{A58D75DB-667E-624C-8B22-BF528901A2B3}" destId="{E7DB58EF-C1E2-E646-B2D0-6596339A41F2}" srcOrd="0" destOrd="0" presId="urn:microsoft.com/office/officeart/2008/layout/LinedList"/>
    <dgm:cxn modelId="{EFEF15C8-22A1-E047-9AFA-D08911416188}" type="presParOf" srcId="{A58D75DB-667E-624C-8B22-BF528901A2B3}" destId="{99CD1163-9555-C84A-A258-6A9BB9C5D6C7}" srcOrd="1" destOrd="0" presId="urn:microsoft.com/office/officeart/2008/layout/LinedList"/>
    <dgm:cxn modelId="{3100A745-5FDA-8C42-BE5B-898EE0DB4DC0}" type="presParOf" srcId="{C1DE583D-28E1-D442-8C81-12A89AA41E41}" destId="{491D6F76-9F73-1D4E-95A5-1C5A5D59BF05}" srcOrd="4" destOrd="0" presId="urn:microsoft.com/office/officeart/2008/layout/LinedList"/>
    <dgm:cxn modelId="{7C12E225-25D9-FF4B-9752-A884B60701A5}" type="presParOf" srcId="{C1DE583D-28E1-D442-8C81-12A89AA41E41}" destId="{B791F8E1-6FB5-C04F-9A6C-D7B8D287F59A}" srcOrd="5" destOrd="0" presId="urn:microsoft.com/office/officeart/2008/layout/LinedList"/>
    <dgm:cxn modelId="{7997CB43-ADC7-9A4B-A890-1A8536C9B507}" type="presParOf" srcId="{B791F8E1-6FB5-C04F-9A6C-D7B8D287F59A}" destId="{B37A2E4E-A993-704F-8CAB-7DB702738008}" srcOrd="0" destOrd="0" presId="urn:microsoft.com/office/officeart/2008/layout/LinedList"/>
    <dgm:cxn modelId="{61FF4AAD-083F-294B-9077-0AF6C5E3E1A2}" type="presParOf" srcId="{B791F8E1-6FB5-C04F-9A6C-D7B8D287F59A}" destId="{98F7B992-594D-7D45-99C7-2BB5C29F51A6}" srcOrd="1" destOrd="0" presId="urn:microsoft.com/office/officeart/2008/layout/LinedList"/>
    <dgm:cxn modelId="{7AC4F99D-A907-B141-87C8-5FEF87BB8852}" type="presParOf" srcId="{C1DE583D-28E1-D442-8C81-12A89AA41E41}" destId="{E2ACD9FE-72D6-3941-AA90-24C8DDB544D0}" srcOrd="6" destOrd="0" presId="urn:microsoft.com/office/officeart/2008/layout/LinedList"/>
    <dgm:cxn modelId="{9E1AD529-6900-064C-9DD3-751AB3021D38}" type="presParOf" srcId="{C1DE583D-28E1-D442-8C81-12A89AA41E41}" destId="{DA345E7E-2A2A-7344-AD59-6C76CC65D2D2}" srcOrd="7" destOrd="0" presId="urn:microsoft.com/office/officeart/2008/layout/LinedList"/>
    <dgm:cxn modelId="{3369753B-8DB8-EE47-BE5B-AE3FDB8C5E41}" type="presParOf" srcId="{DA345E7E-2A2A-7344-AD59-6C76CC65D2D2}" destId="{270D05C4-0997-2346-B444-330309FCF0F4}" srcOrd="0" destOrd="0" presId="urn:microsoft.com/office/officeart/2008/layout/LinedList"/>
    <dgm:cxn modelId="{53A308CC-805F-D940-92AE-10A3F897C7E6}" type="presParOf" srcId="{DA345E7E-2A2A-7344-AD59-6C76CC65D2D2}" destId="{CBA57DD6-7602-B949-B7AA-C6C0B715205B}" srcOrd="1" destOrd="0" presId="urn:microsoft.com/office/officeart/2008/layout/LinedList"/>
    <dgm:cxn modelId="{80A2C0C3-060D-AB40-86FE-DCB822E9A46A}" type="presParOf" srcId="{C1DE583D-28E1-D442-8C81-12A89AA41E41}" destId="{12C91C14-9DEF-A74C-8C07-C48696491023}" srcOrd="8" destOrd="0" presId="urn:microsoft.com/office/officeart/2008/layout/LinedList"/>
    <dgm:cxn modelId="{3E5EF70C-108B-0247-82D0-19D1694A955F}" type="presParOf" srcId="{C1DE583D-28E1-D442-8C81-12A89AA41E41}" destId="{90C2252B-EA9B-4649-A8F0-9B1EA15AAE0B}" srcOrd="9" destOrd="0" presId="urn:microsoft.com/office/officeart/2008/layout/LinedList"/>
    <dgm:cxn modelId="{0FB8AFB1-A279-A54E-AA12-7B290BE0BAC6}" type="presParOf" srcId="{90C2252B-EA9B-4649-A8F0-9B1EA15AAE0B}" destId="{41F52B94-3C81-C444-8866-F07AEAE12365}" srcOrd="0" destOrd="0" presId="urn:microsoft.com/office/officeart/2008/layout/LinedList"/>
    <dgm:cxn modelId="{C79391CA-21FF-4945-8B0A-EFD36F5E3CE1}" type="presParOf" srcId="{90C2252B-EA9B-4649-A8F0-9B1EA15AAE0B}" destId="{EBB943C4-E73C-9C49-99CB-0222CFDC0590}" srcOrd="1" destOrd="0" presId="urn:microsoft.com/office/officeart/2008/layout/LinedList"/>
    <dgm:cxn modelId="{09A5A3A0-1927-3A44-883F-077BB5BC0278}" type="presParOf" srcId="{C1DE583D-28E1-D442-8C81-12A89AA41E41}" destId="{CDB0437C-250B-6442-B688-DF2FBA9F3F36}" srcOrd="10" destOrd="0" presId="urn:microsoft.com/office/officeart/2008/layout/LinedList"/>
    <dgm:cxn modelId="{395C0F0F-7B93-C54A-A9AD-ACE534E7993A}" type="presParOf" srcId="{C1DE583D-28E1-D442-8C81-12A89AA41E41}" destId="{FD1952A5-1127-BD42-929C-ABB7532E9EB6}" srcOrd="11" destOrd="0" presId="urn:microsoft.com/office/officeart/2008/layout/LinedList"/>
    <dgm:cxn modelId="{E34724F8-A84D-0647-A2B0-61550A9242B1}" type="presParOf" srcId="{FD1952A5-1127-BD42-929C-ABB7532E9EB6}" destId="{2A983E4C-F0C5-CD4A-9A3D-F64751F0D95A}" srcOrd="0" destOrd="0" presId="urn:microsoft.com/office/officeart/2008/layout/LinedList"/>
    <dgm:cxn modelId="{4555BF00-D423-8A4A-9D55-A55E976EEEEF}" type="presParOf" srcId="{FD1952A5-1127-BD42-929C-ABB7532E9EB6}" destId="{C26A6E3D-B90B-FD4F-A8F2-C3C70D213528}" srcOrd="1" destOrd="0" presId="urn:microsoft.com/office/officeart/2008/layout/LinedList"/>
    <dgm:cxn modelId="{D2C2D251-3A00-904F-94DF-521DAB3B29E9}" type="presParOf" srcId="{C1DE583D-28E1-D442-8C81-12A89AA41E41}" destId="{3CC35680-4401-8141-92DE-F31D78C9FAC9}" srcOrd="12" destOrd="0" presId="urn:microsoft.com/office/officeart/2008/layout/LinedList"/>
    <dgm:cxn modelId="{3BC9CFDC-66E9-E04C-88BD-779E00B5E601}" type="presParOf" srcId="{C1DE583D-28E1-D442-8C81-12A89AA41E41}" destId="{96B93666-2E7A-9E40-BDDF-196D2563344D}" srcOrd="13" destOrd="0" presId="urn:microsoft.com/office/officeart/2008/layout/LinedList"/>
    <dgm:cxn modelId="{BF2D78D2-A3EE-F246-93B5-7DED232CF2D0}" type="presParOf" srcId="{96B93666-2E7A-9E40-BDDF-196D2563344D}" destId="{CF61C3EF-FB01-AB47-9296-625D80BCCA49}" srcOrd="0" destOrd="0" presId="urn:microsoft.com/office/officeart/2008/layout/LinedList"/>
    <dgm:cxn modelId="{0D889C44-3F00-894B-ABFD-29A5A5A9BA05}" type="presParOf" srcId="{96B93666-2E7A-9E40-BDDF-196D2563344D}" destId="{B3E1AAAA-F4AA-F74F-A078-2173F23C4D5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C27AC46-837A-4695-B2D9-5E896B2EE229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FF0889F8-7F6E-4C62-94C5-D4C182B1AA4E}">
      <dgm:prSet/>
      <dgm:spPr/>
      <dgm:t>
        <a:bodyPr/>
        <a:lstStyle/>
        <a:p>
          <a:r>
            <a:rPr lang="en-US"/>
            <a:t>- DocTime: Focuses only on video consultation</a:t>
          </a:r>
        </a:p>
      </dgm:t>
    </dgm:pt>
    <dgm:pt modelId="{5D62F20A-ADF2-40F9-89A2-22E53CE34DFE}" type="parTrans" cxnId="{5D67AF5B-C4B8-4874-8106-44B8793046AD}">
      <dgm:prSet/>
      <dgm:spPr/>
      <dgm:t>
        <a:bodyPr/>
        <a:lstStyle/>
        <a:p>
          <a:endParaRPr lang="en-US"/>
        </a:p>
      </dgm:t>
    </dgm:pt>
    <dgm:pt modelId="{E9A81B93-10B4-4FE3-B11B-B0563B8DCAA2}" type="sibTrans" cxnId="{5D67AF5B-C4B8-4874-8106-44B8793046AD}">
      <dgm:prSet/>
      <dgm:spPr/>
      <dgm:t>
        <a:bodyPr/>
        <a:lstStyle/>
        <a:p>
          <a:endParaRPr lang="en-US"/>
        </a:p>
      </dgm:t>
    </dgm:pt>
    <dgm:pt modelId="{D1C374F5-3D04-463F-B79D-A4D608931366}">
      <dgm:prSet/>
      <dgm:spPr/>
      <dgm:t>
        <a:bodyPr/>
        <a:lstStyle/>
        <a:p>
          <a:r>
            <a:rPr lang="en-US"/>
            <a:t>- CMED: Health vitals tracking, no prescription ecosystem</a:t>
          </a:r>
        </a:p>
      </dgm:t>
    </dgm:pt>
    <dgm:pt modelId="{6BE6B0DA-7159-4626-A5F7-D5344F8C643B}" type="parTrans" cxnId="{45B091CA-68FB-4AA6-B67C-C2ECDE78199E}">
      <dgm:prSet/>
      <dgm:spPr/>
      <dgm:t>
        <a:bodyPr/>
        <a:lstStyle/>
        <a:p>
          <a:endParaRPr lang="en-US"/>
        </a:p>
      </dgm:t>
    </dgm:pt>
    <dgm:pt modelId="{AA7473AF-E0B5-41B5-8BF1-D4F87B9EC186}" type="sibTrans" cxnId="{45B091CA-68FB-4AA6-B67C-C2ECDE78199E}">
      <dgm:prSet/>
      <dgm:spPr/>
      <dgm:t>
        <a:bodyPr/>
        <a:lstStyle/>
        <a:p>
          <a:endParaRPr lang="en-US"/>
        </a:p>
      </dgm:t>
    </dgm:pt>
    <dgm:pt modelId="{55FD9F28-65AB-4DE8-B790-7108A6DC2951}">
      <dgm:prSet/>
      <dgm:spPr/>
      <dgm:t>
        <a:bodyPr/>
        <a:lstStyle/>
        <a:p>
          <a:r>
            <a:rPr lang="en-US"/>
            <a:t>- Maya: Anonymous chat, not prescription-based</a:t>
          </a:r>
        </a:p>
      </dgm:t>
    </dgm:pt>
    <dgm:pt modelId="{AD16E0F1-30B2-4F96-946B-A891DF3F7A22}" type="parTrans" cxnId="{59142F65-7F3B-404B-ABBE-C3ABCD052F0A}">
      <dgm:prSet/>
      <dgm:spPr/>
      <dgm:t>
        <a:bodyPr/>
        <a:lstStyle/>
        <a:p>
          <a:endParaRPr lang="en-US"/>
        </a:p>
      </dgm:t>
    </dgm:pt>
    <dgm:pt modelId="{A1EA4DD1-B2B3-4C94-8B07-6A56427FE30A}" type="sibTrans" cxnId="{59142F65-7F3B-404B-ABBE-C3ABCD052F0A}">
      <dgm:prSet/>
      <dgm:spPr/>
      <dgm:t>
        <a:bodyPr/>
        <a:lstStyle/>
        <a:p>
          <a:endParaRPr lang="en-US"/>
        </a:p>
      </dgm:t>
    </dgm:pt>
    <dgm:pt modelId="{749811DA-E625-4250-8E0F-284E3EDB6CF3}">
      <dgm:prSet/>
      <dgm:spPr/>
      <dgm:t>
        <a:bodyPr/>
        <a:lstStyle/>
        <a:p>
          <a:r>
            <a:rPr lang="en-US"/>
            <a:t>- Praava: Subscription model, only for premium users</a:t>
          </a:r>
        </a:p>
      </dgm:t>
    </dgm:pt>
    <dgm:pt modelId="{FDBF0F15-E568-4196-B386-C7EC1D4B4F4F}" type="parTrans" cxnId="{AB36A550-34A9-496F-A970-D28617A80A7F}">
      <dgm:prSet/>
      <dgm:spPr/>
      <dgm:t>
        <a:bodyPr/>
        <a:lstStyle/>
        <a:p>
          <a:endParaRPr lang="en-US"/>
        </a:p>
      </dgm:t>
    </dgm:pt>
    <dgm:pt modelId="{F296193C-2878-418E-A03A-963963EEA6D2}" type="sibTrans" cxnId="{AB36A550-34A9-496F-A970-D28617A80A7F}">
      <dgm:prSet/>
      <dgm:spPr/>
      <dgm:t>
        <a:bodyPr/>
        <a:lstStyle/>
        <a:p>
          <a:endParaRPr lang="en-US"/>
        </a:p>
      </dgm:t>
    </dgm:pt>
    <dgm:pt modelId="{4CA04F9A-C41C-4625-A088-E42E5C2D140D}">
      <dgm:prSet/>
      <dgm:spPr/>
      <dgm:t>
        <a:bodyPr/>
        <a:lstStyle/>
        <a:p>
          <a:r>
            <a:rPr lang="en-US"/>
            <a:t>Why They Failed to Scale:</a:t>
          </a:r>
        </a:p>
      </dgm:t>
    </dgm:pt>
    <dgm:pt modelId="{487BE15C-ACBC-453E-9D7A-56E4CCD94774}" type="parTrans" cxnId="{FBBAF403-B7C1-4DA8-8234-0639146D2D42}">
      <dgm:prSet/>
      <dgm:spPr/>
      <dgm:t>
        <a:bodyPr/>
        <a:lstStyle/>
        <a:p>
          <a:endParaRPr lang="en-US"/>
        </a:p>
      </dgm:t>
    </dgm:pt>
    <dgm:pt modelId="{8815123D-EA5A-4035-AD73-2E0ACD3290CA}" type="sibTrans" cxnId="{FBBAF403-B7C1-4DA8-8234-0639146D2D42}">
      <dgm:prSet/>
      <dgm:spPr/>
      <dgm:t>
        <a:bodyPr/>
        <a:lstStyle/>
        <a:p>
          <a:endParaRPr lang="en-US"/>
        </a:p>
      </dgm:t>
    </dgm:pt>
    <dgm:pt modelId="{793BD961-8ECF-43EF-82DD-00EE8C78BF9D}">
      <dgm:prSet/>
      <dgm:spPr/>
      <dgm:t>
        <a:bodyPr/>
        <a:lstStyle/>
        <a:p>
          <a:r>
            <a:rPr lang="en-US"/>
            <a:t>- No focus on chamber-based doctors</a:t>
          </a:r>
        </a:p>
      </dgm:t>
    </dgm:pt>
    <dgm:pt modelId="{F44A179C-E511-4873-8B73-85EFC6838B4D}" type="parTrans" cxnId="{3A20954A-55FE-437F-A3A9-BF850B4DF444}">
      <dgm:prSet/>
      <dgm:spPr/>
      <dgm:t>
        <a:bodyPr/>
        <a:lstStyle/>
        <a:p>
          <a:endParaRPr lang="en-US"/>
        </a:p>
      </dgm:t>
    </dgm:pt>
    <dgm:pt modelId="{7943999A-58A0-460D-A365-5DF91BB5B15D}" type="sibTrans" cxnId="{3A20954A-55FE-437F-A3A9-BF850B4DF444}">
      <dgm:prSet/>
      <dgm:spPr/>
      <dgm:t>
        <a:bodyPr/>
        <a:lstStyle/>
        <a:p>
          <a:endParaRPr lang="en-US"/>
        </a:p>
      </dgm:t>
    </dgm:pt>
    <dgm:pt modelId="{7FFBBA7E-0AF2-42F5-9885-6C8CEB281195}">
      <dgm:prSet/>
      <dgm:spPr/>
      <dgm:t>
        <a:bodyPr/>
        <a:lstStyle/>
        <a:p>
          <a:r>
            <a:rPr lang="en-US"/>
            <a:t>- No Bengali-first prescription system</a:t>
          </a:r>
        </a:p>
      </dgm:t>
    </dgm:pt>
    <dgm:pt modelId="{50A79979-584A-42DE-877F-3CFC4FE6197D}" type="parTrans" cxnId="{24301203-12A9-4E38-9EE6-2CA46330373A}">
      <dgm:prSet/>
      <dgm:spPr/>
      <dgm:t>
        <a:bodyPr/>
        <a:lstStyle/>
        <a:p>
          <a:endParaRPr lang="en-US"/>
        </a:p>
      </dgm:t>
    </dgm:pt>
    <dgm:pt modelId="{E70EF00B-BA02-4344-AC37-D9C679C66F73}" type="sibTrans" cxnId="{24301203-12A9-4E38-9EE6-2CA46330373A}">
      <dgm:prSet/>
      <dgm:spPr/>
      <dgm:t>
        <a:bodyPr/>
        <a:lstStyle/>
        <a:p>
          <a:endParaRPr lang="en-US"/>
        </a:p>
      </dgm:t>
    </dgm:pt>
    <dgm:pt modelId="{D45B29E4-2993-417C-A148-813BDAF6479F}">
      <dgm:prSet/>
      <dgm:spPr/>
      <dgm:t>
        <a:bodyPr/>
        <a:lstStyle/>
        <a:p>
          <a:r>
            <a:rPr lang="en-US"/>
            <a:t>- No ecosystem linking patients, doctors, and pharmacies</a:t>
          </a:r>
        </a:p>
      </dgm:t>
    </dgm:pt>
    <dgm:pt modelId="{B53133F7-A236-48C5-9DBD-8B9C4CC15885}" type="parTrans" cxnId="{4CFD6E9B-FA87-4A93-A4CD-2AA36AB63B84}">
      <dgm:prSet/>
      <dgm:spPr/>
      <dgm:t>
        <a:bodyPr/>
        <a:lstStyle/>
        <a:p>
          <a:endParaRPr lang="en-US"/>
        </a:p>
      </dgm:t>
    </dgm:pt>
    <dgm:pt modelId="{2F05C3F0-B1A6-4545-8FB6-DEE12BD7ACE3}" type="sibTrans" cxnId="{4CFD6E9B-FA87-4A93-A4CD-2AA36AB63B84}">
      <dgm:prSet/>
      <dgm:spPr/>
      <dgm:t>
        <a:bodyPr/>
        <a:lstStyle/>
        <a:p>
          <a:endParaRPr lang="en-US"/>
        </a:p>
      </dgm:t>
    </dgm:pt>
    <dgm:pt modelId="{E2380910-87A8-47A1-BE44-AAD25C5AA03A}">
      <dgm:prSet/>
      <dgm:spPr/>
      <dgm:t>
        <a:bodyPr/>
        <a:lstStyle/>
        <a:p>
          <a:r>
            <a:rPr lang="en-US"/>
            <a:t>- No offline-first approach or voice automation</a:t>
          </a:r>
        </a:p>
      </dgm:t>
    </dgm:pt>
    <dgm:pt modelId="{405D0D3E-1396-4A79-9E9D-D63D745763D2}" type="parTrans" cxnId="{671FC88B-7F3F-4A8D-A8D9-B23FFDFBD943}">
      <dgm:prSet/>
      <dgm:spPr/>
      <dgm:t>
        <a:bodyPr/>
        <a:lstStyle/>
        <a:p>
          <a:endParaRPr lang="en-US"/>
        </a:p>
      </dgm:t>
    </dgm:pt>
    <dgm:pt modelId="{2DA19215-A149-4041-B2B6-FD5F48D29EA8}" type="sibTrans" cxnId="{671FC88B-7F3F-4A8D-A8D9-B23FFDFBD943}">
      <dgm:prSet/>
      <dgm:spPr/>
      <dgm:t>
        <a:bodyPr/>
        <a:lstStyle/>
        <a:p>
          <a:endParaRPr lang="en-US"/>
        </a:p>
      </dgm:t>
    </dgm:pt>
    <dgm:pt modelId="{EE27EDC0-A874-9548-890E-83C71542CDF3}" type="pres">
      <dgm:prSet presAssocID="{EC27AC46-837A-4695-B2D9-5E896B2EE229}" presName="vert0" presStyleCnt="0">
        <dgm:presLayoutVars>
          <dgm:dir/>
          <dgm:animOne val="branch"/>
          <dgm:animLvl val="lvl"/>
        </dgm:presLayoutVars>
      </dgm:prSet>
      <dgm:spPr/>
    </dgm:pt>
    <dgm:pt modelId="{A8490D3B-0C47-824E-99F1-3C10335C15C2}" type="pres">
      <dgm:prSet presAssocID="{FF0889F8-7F6E-4C62-94C5-D4C182B1AA4E}" presName="thickLine" presStyleLbl="alignNode1" presStyleIdx="0" presStyleCnt="9"/>
      <dgm:spPr/>
    </dgm:pt>
    <dgm:pt modelId="{12484300-F7AC-4A42-B6D4-CF1279E54A20}" type="pres">
      <dgm:prSet presAssocID="{FF0889F8-7F6E-4C62-94C5-D4C182B1AA4E}" presName="horz1" presStyleCnt="0"/>
      <dgm:spPr/>
    </dgm:pt>
    <dgm:pt modelId="{9D2BB95C-2A49-B14D-9B3A-7271EF27E1EC}" type="pres">
      <dgm:prSet presAssocID="{FF0889F8-7F6E-4C62-94C5-D4C182B1AA4E}" presName="tx1" presStyleLbl="revTx" presStyleIdx="0" presStyleCnt="9"/>
      <dgm:spPr/>
    </dgm:pt>
    <dgm:pt modelId="{8D0F00C1-8DE7-7A45-980B-E1DFEEADA5BC}" type="pres">
      <dgm:prSet presAssocID="{FF0889F8-7F6E-4C62-94C5-D4C182B1AA4E}" presName="vert1" presStyleCnt="0"/>
      <dgm:spPr/>
    </dgm:pt>
    <dgm:pt modelId="{2AC6D2D0-D417-8F4C-8C64-9ACD7C252575}" type="pres">
      <dgm:prSet presAssocID="{D1C374F5-3D04-463F-B79D-A4D608931366}" presName="thickLine" presStyleLbl="alignNode1" presStyleIdx="1" presStyleCnt="9"/>
      <dgm:spPr/>
    </dgm:pt>
    <dgm:pt modelId="{3FCE621F-E6E3-AC49-BFB7-66BA7194DFFD}" type="pres">
      <dgm:prSet presAssocID="{D1C374F5-3D04-463F-B79D-A4D608931366}" presName="horz1" presStyleCnt="0"/>
      <dgm:spPr/>
    </dgm:pt>
    <dgm:pt modelId="{A37D2EB7-02F6-594A-802E-2CCB958A05FA}" type="pres">
      <dgm:prSet presAssocID="{D1C374F5-3D04-463F-B79D-A4D608931366}" presName="tx1" presStyleLbl="revTx" presStyleIdx="1" presStyleCnt="9"/>
      <dgm:spPr/>
    </dgm:pt>
    <dgm:pt modelId="{37C6897C-CD38-624C-80CC-8B0E8AD1CFFC}" type="pres">
      <dgm:prSet presAssocID="{D1C374F5-3D04-463F-B79D-A4D608931366}" presName="vert1" presStyleCnt="0"/>
      <dgm:spPr/>
    </dgm:pt>
    <dgm:pt modelId="{186521E0-6D01-BA45-AB98-6AE39546F466}" type="pres">
      <dgm:prSet presAssocID="{55FD9F28-65AB-4DE8-B790-7108A6DC2951}" presName="thickLine" presStyleLbl="alignNode1" presStyleIdx="2" presStyleCnt="9"/>
      <dgm:spPr/>
    </dgm:pt>
    <dgm:pt modelId="{8E0BF990-30A8-FB49-AA73-0DB9B9D912A8}" type="pres">
      <dgm:prSet presAssocID="{55FD9F28-65AB-4DE8-B790-7108A6DC2951}" presName="horz1" presStyleCnt="0"/>
      <dgm:spPr/>
    </dgm:pt>
    <dgm:pt modelId="{703A38D3-2137-F74D-ACE1-E36BBA98DBD3}" type="pres">
      <dgm:prSet presAssocID="{55FD9F28-65AB-4DE8-B790-7108A6DC2951}" presName="tx1" presStyleLbl="revTx" presStyleIdx="2" presStyleCnt="9"/>
      <dgm:spPr/>
    </dgm:pt>
    <dgm:pt modelId="{E003EEC5-41F3-7043-9004-2B6D7F6294B6}" type="pres">
      <dgm:prSet presAssocID="{55FD9F28-65AB-4DE8-B790-7108A6DC2951}" presName="vert1" presStyleCnt="0"/>
      <dgm:spPr/>
    </dgm:pt>
    <dgm:pt modelId="{9C753AF3-570F-6D49-A0A5-C34D2691BCD1}" type="pres">
      <dgm:prSet presAssocID="{749811DA-E625-4250-8E0F-284E3EDB6CF3}" presName="thickLine" presStyleLbl="alignNode1" presStyleIdx="3" presStyleCnt="9"/>
      <dgm:spPr/>
    </dgm:pt>
    <dgm:pt modelId="{02A0E0EC-0547-D547-92A0-01BBDF7F8168}" type="pres">
      <dgm:prSet presAssocID="{749811DA-E625-4250-8E0F-284E3EDB6CF3}" presName="horz1" presStyleCnt="0"/>
      <dgm:spPr/>
    </dgm:pt>
    <dgm:pt modelId="{F7344690-603B-824D-86EE-36F8495127D3}" type="pres">
      <dgm:prSet presAssocID="{749811DA-E625-4250-8E0F-284E3EDB6CF3}" presName="tx1" presStyleLbl="revTx" presStyleIdx="3" presStyleCnt="9"/>
      <dgm:spPr/>
    </dgm:pt>
    <dgm:pt modelId="{1646F444-161A-C641-A410-7B25144BD5C3}" type="pres">
      <dgm:prSet presAssocID="{749811DA-E625-4250-8E0F-284E3EDB6CF3}" presName="vert1" presStyleCnt="0"/>
      <dgm:spPr/>
    </dgm:pt>
    <dgm:pt modelId="{A780C947-928C-3C44-8D9D-8877F8D14E17}" type="pres">
      <dgm:prSet presAssocID="{4CA04F9A-C41C-4625-A088-E42E5C2D140D}" presName="thickLine" presStyleLbl="alignNode1" presStyleIdx="4" presStyleCnt="9"/>
      <dgm:spPr/>
    </dgm:pt>
    <dgm:pt modelId="{62952495-CC7B-0E47-87F1-5873AA129C77}" type="pres">
      <dgm:prSet presAssocID="{4CA04F9A-C41C-4625-A088-E42E5C2D140D}" presName="horz1" presStyleCnt="0"/>
      <dgm:spPr/>
    </dgm:pt>
    <dgm:pt modelId="{70E7FDBE-EF39-2E45-82D2-3625CF6E7B3E}" type="pres">
      <dgm:prSet presAssocID="{4CA04F9A-C41C-4625-A088-E42E5C2D140D}" presName="tx1" presStyleLbl="revTx" presStyleIdx="4" presStyleCnt="9"/>
      <dgm:spPr/>
    </dgm:pt>
    <dgm:pt modelId="{2009B0EF-1D97-C846-8203-9F3F100C9CC4}" type="pres">
      <dgm:prSet presAssocID="{4CA04F9A-C41C-4625-A088-E42E5C2D140D}" presName="vert1" presStyleCnt="0"/>
      <dgm:spPr/>
    </dgm:pt>
    <dgm:pt modelId="{4638C346-5BBB-D04F-907E-35426316F332}" type="pres">
      <dgm:prSet presAssocID="{793BD961-8ECF-43EF-82DD-00EE8C78BF9D}" presName="thickLine" presStyleLbl="alignNode1" presStyleIdx="5" presStyleCnt="9"/>
      <dgm:spPr/>
    </dgm:pt>
    <dgm:pt modelId="{35BA258C-1D74-0A4C-B89E-A3C584EEB19C}" type="pres">
      <dgm:prSet presAssocID="{793BD961-8ECF-43EF-82DD-00EE8C78BF9D}" presName="horz1" presStyleCnt="0"/>
      <dgm:spPr/>
    </dgm:pt>
    <dgm:pt modelId="{762D16C5-C92D-3148-B2E0-84B524A6E811}" type="pres">
      <dgm:prSet presAssocID="{793BD961-8ECF-43EF-82DD-00EE8C78BF9D}" presName="tx1" presStyleLbl="revTx" presStyleIdx="5" presStyleCnt="9"/>
      <dgm:spPr/>
    </dgm:pt>
    <dgm:pt modelId="{19F36150-6CDA-3840-9E12-9A05537833C3}" type="pres">
      <dgm:prSet presAssocID="{793BD961-8ECF-43EF-82DD-00EE8C78BF9D}" presName="vert1" presStyleCnt="0"/>
      <dgm:spPr/>
    </dgm:pt>
    <dgm:pt modelId="{8ABE044A-84B9-C045-9317-B8ACE5493850}" type="pres">
      <dgm:prSet presAssocID="{7FFBBA7E-0AF2-42F5-9885-6C8CEB281195}" presName="thickLine" presStyleLbl="alignNode1" presStyleIdx="6" presStyleCnt="9"/>
      <dgm:spPr/>
    </dgm:pt>
    <dgm:pt modelId="{E84535EE-9156-564F-BC93-429B4D3E1343}" type="pres">
      <dgm:prSet presAssocID="{7FFBBA7E-0AF2-42F5-9885-6C8CEB281195}" presName="horz1" presStyleCnt="0"/>
      <dgm:spPr/>
    </dgm:pt>
    <dgm:pt modelId="{9195D0E5-46BA-A94E-A771-8AE0436D19D0}" type="pres">
      <dgm:prSet presAssocID="{7FFBBA7E-0AF2-42F5-9885-6C8CEB281195}" presName="tx1" presStyleLbl="revTx" presStyleIdx="6" presStyleCnt="9"/>
      <dgm:spPr/>
    </dgm:pt>
    <dgm:pt modelId="{03FC8130-B5E8-4D4F-95B2-CC9578F5C101}" type="pres">
      <dgm:prSet presAssocID="{7FFBBA7E-0AF2-42F5-9885-6C8CEB281195}" presName="vert1" presStyleCnt="0"/>
      <dgm:spPr/>
    </dgm:pt>
    <dgm:pt modelId="{B3BC5677-7D69-2C4C-9926-5FB5B80B2498}" type="pres">
      <dgm:prSet presAssocID="{D45B29E4-2993-417C-A148-813BDAF6479F}" presName="thickLine" presStyleLbl="alignNode1" presStyleIdx="7" presStyleCnt="9"/>
      <dgm:spPr/>
    </dgm:pt>
    <dgm:pt modelId="{997A9CD8-2E0A-6C48-84D3-D460DBFCCCE3}" type="pres">
      <dgm:prSet presAssocID="{D45B29E4-2993-417C-A148-813BDAF6479F}" presName="horz1" presStyleCnt="0"/>
      <dgm:spPr/>
    </dgm:pt>
    <dgm:pt modelId="{2E885DC4-EBFC-094D-9F35-D7A9FF79B58E}" type="pres">
      <dgm:prSet presAssocID="{D45B29E4-2993-417C-A148-813BDAF6479F}" presName="tx1" presStyleLbl="revTx" presStyleIdx="7" presStyleCnt="9"/>
      <dgm:spPr/>
    </dgm:pt>
    <dgm:pt modelId="{88851B47-DFAB-BF43-8E21-06DAE26D080F}" type="pres">
      <dgm:prSet presAssocID="{D45B29E4-2993-417C-A148-813BDAF6479F}" presName="vert1" presStyleCnt="0"/>
      <dgm:spPr/>
    </dgm:pt>
    <dgm:pt modelId="{E9EDF23F-3DDF-5140-A546-FD80C4B711B2}" type="pres">
      <dgm:prSet presAssocID="{E2380910-87A8-47A1-BE44-AAD25C5AA03A}" presName="thickLine" presStyleLbl="alignNode1" presStyleIdx="8" presStyleCnt="9"/>
      <dgm:spPr/>
    </dgm:pt>
    <dgm:pt modelId="{5D4EE09E-0AF9-F84B-9D7E-D1ABD5F08B6B}" type="pres">
      <dgm:prSet presAssocID="{E2380910-87A8-47A1-BE44-AAD25C5AA03A}" presName="horz1" presStyleCnt="0"/>
      <dgm:spPr/>
    </dgm:pt>
    <dgm:pt modelId="{3ED87138-BC31-AB48-9175-7C80B88308AE}" type="pres">
      <dgm:prSet presAssocID="{E2380910-87A8-47A1-BE44-AAD25C5AA03A}" presName="tx1" presStyleLbl="revTx" presStyleIdx="8" presStyleCnt="9"/>
      <dgm:spPr/>
    </dgm:pt>
    <dgm:pt modelId="{939C288C-5ACB-404A-89EB-2CEE969AFB88}" type="pres">
      <dgm:prSet presAssocID="{E2380910-87A8-47A1-BE44-AAD25C5AA03A}" presName="vert1" presStyleCnt="0"/>
      <dgm:spPr/>
    </dgm:pt>
  </dgm:ptLst>
  <dgm:cxnLst>
    <dgm:cxn modelId="{24301203-12A9-4E38-9EE6-2CA46330373A}" srcId="{EC27AC46-837A-4695-B2D9-5E896B2EE229}" destId="{7FFBBA7E-0AF2-42F5-9885-6C8CEB281195}" srcOrd="6" destOrd="0" parTransId="{50A79979-584A-42DE-877F-3CFC4FE6197D}" sibTransId="{E70EF00B-BA02-4344-AC37-D9C679C66F73}"/>
    <dgm:cxn modelId="{FBBAF403-B7C1-4DA8-8234-0639146D2D42}" srcId="{EC27AC46-837A-4695-B2D9-5E896B2EE229}" destId="{4CA04F9A-C41C-4625-A088-E42E5C2D140D}" srcOrd="4" destOrd="0" parTransId="{487BE15C-ACBC-453E-9D7A-56E4CCD94774}" sibTransId="{8815123D-EA5A-4035-AD73-2E0ACD3290CA}"/>
    <dgm:cxn modelId="{C8741647-F4AE-2C46-9D0B-587947FD450C}" type="presOf" srcId="{D1C374F5-3D04-463F-B79D-A4D608931366}" destId="{A37D2EB7-02F6-594A-802E-2CCB958A05FA}" srcOrd="0" destOrd="0" presId="urn:microsoft.com/office/officeart/2008/layout/LinedList"/>
    <dgm:cxn modelId="{3A20954A-55FE-437F-A3A9-BF850B4DF444}" srcId="{EC27AC46-837A-4695-B2D9-5E896B2EE229}" destId="{793BD961-8ECF-43EF-82DD-00EE8C78BF9D}" srcOrd="5" destOrd="0" parTransId="{F44A179C-E511-4873-8B73-85EFC6838B4D}" sibTransId="{7943999A-58A0-460D-A365-5DF91BB5B15D}"/>
    <dgm:cxn modelId="{AB36A550-34A9-496F-A970-D28617A80A7F}" srcId="{EC27AC46-837A-4695-B2D9-5E896B2EE229}" destId="{749811DA-E625-4250-8E0F-284E3EDB6CF3}" srcOrd="3" destOrd="0" parTransId="{FDBF0F15-E568-4196-B386-C7EC1D4B4F4F}" sibTransId="{F296193C-2878-418E-A03A-963963EEA6D2}"/>
    <dgm:cxn modelId="{D96C1155-D89E-554E-823E-C0592EF4538F}" type="presOf" srcId="{55FD9F28-65AB-4DE8-B790-7108A6DC2951}" destId="{703A38D3-2137-F74D-ACE1-E36BBA98DBD3}" srcOrd="0" destOrd="0" presId="urn:microsoft.com/office/officeart/2008/layout/LinedList"/>
    <dgm:cxn modelId="{5D67AF5B-C4B8-4874-8106-44B8793046AD}" srcId="{EC27AC46-837A-4695-B2D9-5E896B2EE229}" destId="{FF0889F8-7F6E-4C62-94C5-D4C182B1AA4E}" srcOrd="0" destOrd="0" parTransId="{5D62F20A-ADF2-40F9-89A2-22E53CE34DFE}" sibTransId="{E9A81B93-10B4-4FE3-B11B-B0563B8DCAA2}"/>
    <dgm:cxn modelId="{2567705C-0E86-0147-BC70-28B8ED57BA53}" type="presOf" srcId="{EC27AC46-837A-4695-B2D9-5E896B2EE229}" destId="{EE27EDC0-A874-9548-890E-83C71542CDF3}" srcOrd="0" destOrd="0" presId="urn:microsoft.com/office/officeart/2008/layout/LinedList"/>
    <dgm:cxn modelId="{59142F65-7F3B-404B-ABBE-C3ABCD052F0A}" srcId="{EC27AC46-837A-4695-B2D9-5E896B2EE229}" destId="{55FD9F28-65AB-4DE8-B790-7108A6DC2951}" srcOrd="2" destOrd="0" parTransId="{AD16E0F1-30B2-4F96-946B-A891DF3F7A22}" sibTransId="{A1EA4DD1-B2B3-4C94-8B07-6A56427FE30A}"/>
    <dgm:cxn modelId="{2261BB7D-371E-2446-B6A7-365E5F4BFF74}" type="presOf" srcId="{E2380910-87A8-47A1-BE44-AAD25C5AA03A}" destId="{3ED87138-BC31-AB48-9175-7C80B88308AE}" srcOrd="0" destOrd="0" presId="urn:microsoft.com/office/officeart/2008/layout/LinedList"/>
    <dgm:cxn modelId="{29D5D17F-9B0D-0D4F-B77E-66959BBF6E04}" type="presOf" srcId="{D45B29E4-2993-417C-A148-813BDAF6479F}" destId="{2E885DC4-EBFC-094D-9F35-D7A9FF79B58E}" srcOrd="0" destOrd="0" presId="urn:microsoft.com/office/officeart/2008/layout/LinedList"/>
    <dgm:cxn modelId="{BCEE5180-A268-EE4E-B81B-0C05336F32CF}" type="presOf" srcId="{7FFBBA7E-0AF2-42F5-9885-6C8CEB281195}" destId="{9195D0E5-46BA-A94E-A771-8AE0436D19D0}" srcOrd="0" destOrd="0" presId="urn:microsoft.com/office/officeart/2008/layout/LinedList"/>
    <dgm:cxn modelId="{A76F3489-FF45-8A45-B402-482716680B72}" type="presOf" srcId="{4CA04F9A-C41C-4625-A088-E42E5C2D140D}" destId="{70E7FDBE-EF39-2E45-82D2-3625CF6E7B3E}" srcOrd="0" destOrd="0" presId="urn:microsoft.com/office/officeart/2008/layout/LinedList"/>
    <dgm:cxn modelId="{671FC88B-7F3F-4A8D-A8D9-B23FFDFBD943}" srcId="{EC27AC46-837A-4695-B2D9-5E896B2EE229}" destId="{E2380910-87A8-47A1-BE44-AAD25C5AA03A}" srcOrd="8" destOrd="0" parTransId="{405D0D3E-1396-4A79-9E9D-D63D745763D2}" sibTransId="{2DA19215-A149-4041-B2B6-FD5F48D29EA8}"/>
    <dgm:cxn modelId="{4CFD6E9B-FA87-4A93-A4CD-2AA36AB63B84}" srcId="{EC27AC46-837A-4695-B2D9-5E896B2EE229}" destId="{D45B29E4-2993-417C-A148-813BDAF6479F}" srcOrd="7" destOrd="0" parTransId="{B53133F7-A236-48C5-9DBD-8B9C4CC15885}" sibTransId="{2F05C3F0-B1A6-4545-8FB6-DEE12BD7ACE3}"/>
    <dgm:cxn modelId="{C3BB7AC1-2DBE-5344-A9B1-80C5CBB68810}" type="presOf" srcId="{793BD961-8ECF-43EF-82DD-00EE8C78BF9D}" destId="{762D16C5-C92D-3148-B2E0-84B524A6E811}" srcOrd="0" destOrd="0" presId="urn:microsoft.com/office/officeart/2008/layout/LinedList"/>
    <dgm:cxn modelId="{45B091CA-68FB-4AA6-B67C-C2ECDE78199E}" srcId="{EC27AC46-837A-4695-B2D9-5E896B2EE229}" destId="{D1C374F5-3D04-463F-B79D-A4D608931366}" srcOrd="1" destOrd="0" parTransId="{6BE6B0DA-7159-4626-A5F7-D5344F8C643B}" sibTransId="{AA7473AF-E0B5-41B5-8BF1-D4F87B9EC186}"/>
    <dgm:cxn modelId="{BCBAB8F4-0B05-1C44-A7E9-276A77D1D945}" type="presOf" srcId="{749811DA-E625-4250-8E0F-284E3EDB6CF3}" destId="{F7344690-603B-824D-86EE-36F8495127D3}" srcOrd="0" destOrd="0" presId="urn:microsoft.com/office/officeart/2008/layout/LinedList"/>
    <dgm:cxn modelId="{3F85BCFC-882B-E64D-ABA1-45F74C5CAD88}" type="presOf" srcId="{FF0889F8-7F6E-4C62-94C5-D4C182B1AA4E}" destId="{9D2BB95C-2A49-B14D-9B3A-7271EF27E1EC}" srcOrd="0" destOrd="0" presId="urn:microsoft.com/office/officeart/2008/layout/LinedList"/>
    <dgm:cxn modelId="{D50C9F98-A691-1742-B98F-AD3A907647DE}" type="presParOf" srcId="{EE27EDC0-A874-9548-890E-83C71542CDF3}" destId="{A8490D3B-0C47-824E-99F1-3C10335C15C2}" srcOrd="0" destOrd="0" presId="urn:microsoft.com/office/officeart/2008/layout/LinedList"/>
    <dgm:cxn modelId="{90B5B328-63AB-2644-B57B-5B6262426E1F}" type="presParOf" srcId="{EE27EDC0-A874-9548-890E-83C71542CDF3}" destId="{12484300-F7AC-4A42-B6D4-CF1279E54A20}" srcOrd="1" destOrd="0" presId="urn:microsoft.com/office/officeart/2008/layout/LinedList"/>
    <dgm:cxn modelId="{5D3E4ED1-CF62-864D-AA74-99E0EB862DB2}" type="presParOf" srcId="{12484300-F7AC-4A42-B6D4-CF1279E54A20}" destId="{9D2BB95C-2A49-B14D-9B3A-7271EF27E1EC}" srcOrd="0" destOrd="0" presId="urn:microsoft.com/office/officeart/2008/layout/LinedList"/>
    <dgm:cxn modelId="{9CC8A865-7B8D-D840-923B-1F5D4CF7D5EC}" type="presParOf" srcId="{12484300-F7AC-4A42-B6D4-CF1279E54A20}" destId="{8D0F00C1-8DE7-7A45-980B-E1DFEEADA5BC}" srcOrd="1" destOrd="0" presId="urn:microsoft.com/office/officeart/2008/layout/LinedList"/>
    <dgm:cxn modelId="{BFB5BC91-31C5-AB47-962B-00F8A1045612}" type="presParOf" srcId="{EE27EDC0-A874-9548-890E-83C71542CDF3}" destId="{2AC6D2D0-D417-8F4C-8C64-9ACD7C252575}" srcOrd="2" destOrd="0" presId="urn:microsoft.com/office/officeart/2008/layout/LinedList"/>
    <dgm:cxn modelId="{93AB5AF9-0259-084F-9C76-3EEC8B21DAE7}" type="presParOf" srcId="{EE27EDC0-A874-9548-890E-83C71542CDF3}" destId="{3FCE621F-E6E3-AC49-BFB7-66BA7194DFFD}" srcOrd="3" destOrd="0" presId="urn:microsoft.com/office/officeart/2008/layout/LinedList"/>
    <dgm:cxn modelId="{C60C752D-1C50-E44E-8D6C-4D53E440B2A5}" type="presParOf" srcId="{3FCE621F-E6E3-AC49-BFB7-66BA7194DFFD}" destId="{A37D2EB7-02F6-594A-802E-2CCB958A05FA}" srcOrd="0" destOrd="0" presId="urn:microsoft.com/office/officeart/2008/layout/LinedList"/>
    <dgm:cxn modelId="{4502CA1C-D0F4-A647-A0AF-C3DBFD581115}" type="presParOf" srcId="{3FCE621F-E6E3-AC49-BFB7-66BA7194DFFD}" destId="{37C6897C-CD38-624C-80CC-8B0E8AD1CFFC}" srcOrd="1" destOrd="0" presId="urn:microsoft.com/office/officeart/2008/layout/LinedList"/>
    <dgm:cxn modelId="{A6F6A042-1858-9944-9340-C26DB0D5531B}" type="presParOf" srcId="{EE27EDC0-A874-9548-890E-83C71542CDF3}" destId="{186521E0-6D01-BA45-AB98-6AE39546F466}" srcOrd="4" destOrd="0" presId="urn:microsoft.com/office/officeart/2008/layout/LinedList"/>
    <dgm:cxn modelId="{2AD8169C-0D13-B94C-9273-A00ED5DE76B6}" type="presParOf" srcId="{EE27EDC0-A874-9548-890E-83C71542CDF3}" destId="{8E0BF990-30A8-FB49-AA73-0DB9B9D912A8}" srcOrd="5" destOrd="0" presId="urn:microsoft.com/office/officeart/2008/layout/LinedList"/>
    <dgm:cxn modelId="{2D0CADF9-2A0F-C444-A220-9474385AA224}" type="presParOf" srcId="{8E0BF990-30A8-FB49-AA73-0DB9B9D912A8}" destId="{703A38D3-2137-F74D-ACE1-E36BBA98DBD3}" srcOrd="0" destOrd="0" presId="urn:microsoft.com/office/officeart/2008/layout/LinedList"/>
    <dgm:cxn modelId="{A8DE97D4-1945-4743-9497-D672D6C88D1C}" type="presParOf" srcId="{8E0BF990-30A8-FB49-AA73-0DB9B9D912A8}" destId="{E003EEC5-41F3-7043-9004-2B6D7F6294B6}" srcOrd="1" destOrd="0" presId="urn:microsoft.com/office/officeart/2008/layout/LinedList"/>
    <dgm:cxn modelId="{92BB927D-44E8-8841-A225-ED541782073A}" type="presParOf" srcId="{EE27EDC0-A874-9548-890E-83C71542CDF3}" destId="{9C753AF3-570F-6D49-A0A5-C34D2691BCD1}" srcOrd="6" destOrd="0" presId="urn:microsoft.com/office/officeart/2008/layout/LinedList"/>
    <dgm:cxn modelId="{24F5B41B-C88C-D448-B0F0-7573763D2707}" type="presParOf" srcId="{EE27EDC0-A874-9548-890E-83C71542CDF3}" destId="{02A0E0EC-0547-D547-92A0-01BBDF7F8168}" srcOrd="7" destOrd="0" presId="urn:microsoft.com/office/officeart/2008/layout/LinedList"/>
    <dgm:cxn modelId="{9945774F-8CEF-4941-8125-C6A521EFC142}" type="presParOf" srcId="{02A0E0EC-0547-D547-92A0-01BBDF7F8168}" destId="{F7344690-603B-824D-86EE-36F8495127D3}" srcOrd="0" destOrd="0" presId="urn:microsoft.com/office/officeart/2008/layout/LinedList"/>
    <dgm:cxn modelId="{B7240E3A-5793-D54D-B864-AB77B57522FA}" type="presParOf" srcId="{02A0E0EC-0547-D547-92A0-01BBDF7F8168}" destId="{1646F444-161A-C641-A410-7B25144BD5C3}" srcOrd="1" destOrd="0" presId="urn:microsoft.com/office/officeart/2008/layout/LinedList"/>
    <dgm:cxn modelId="{EEB8F977-C0AF-B344-B844-6BE57A1DC757}" type="presParOf" srcId="{EE27EDC0-A874-9548-890E-83C71542CDF3}" destId="{A780C947-928C-3C44-8D9D-8877F8D14E17}" srcOrd="8" destOrd="0" presId="urn:microsoft.com/office/officeart/2008/layout/LinedList"/>
    <dgm:cxn modelId="{9FF160B2-060C-6C42-9A8D-C72BC2FCCF03}" type="presParOf" srcId="{EE27EDC0-A874-9548-890E-83C71542CDF3}" destId="{62952495-CC7B-0E47-87F1-5873AA129C77}" srcOrd="9" destOrd="0" presId="urn:microsoft.com/office/officeart/2008/layout/LinedList"/>
    <dgm:cxn modelId="{F9B85D21-051F-E743-8276-50C1C05F41A5}" type="presParOf" srcId="{62952495-CC7B-0E47-87F1-5873AA129C77}" destId="{70E7FDBE-EF39-2E45-82D2-3625CF6E7B3E}" srcOrd="0" destOrd="0" presId="urn:microsoft.com/office/officeart/2008/layout/LinedList"/>
    <dgm:cxn modelId="{7DCF38EC-93E0-794C-AEB7-B0DECFBE14C8}" type="presParOf" srcId="{62952495-CC7B-0E47-87F1-5873AA129C77}" destId="{2009B0EF-1D97-C846-8203-9F3F100C9CC4}" srcOrd="1" destOrd="0" presId="urn:microsoft.com/office/officeart/2008/layout/LinedList"/>
    <dgm:cxn modelId="{1509B1D5-9166-394B-BC66-57208AD75084}" type="presParOf" srcId="{EE27EDC0-A874-9548-890E-83C71542CDF3}" destId="{4638C346-5BBB-D04F-907E-35426316F332}" srcOrd="10" destOrd="0" presId="urn:microsoft.com/office/officeart/2008/layout/LinedList"/>
    <dgm:cxn modelId="{0F603E47-BDE8-054A-B925-CC61A088C4DF}" type="presParOf" srcId="{EE27EDC0-A874-9548-890E-83C71542CDF3}" destId="{35BA258C-1D74-0A4C-B89E-A3C584EEB19C}" srcOrd="11" destOrd="0" presId="urn:microsoft.com/office/officeart/2008/layout/LinedList"/>
    <dgm:cxn modelId="{44C14F3D-6CB4-A940-808E-BE5650F0AB3D}" type="presParOf" srcId="{35BA258C-1D74-0A4C-B89E-A3C584EEB19C}" destId="{762D16C5-C92D-3148-B2E0-84B524A6E811}" srcOrd="0" destOrd="0" presId="urn:microsoft.com/office/officeart/2008/layout/LinedList"/>
    <dgm:cxn modelId="{DBF8E61E-8B50-2348-BF85-23AEA4F67C74}" type="presParOf" srcId="{35BA258C-1D74-0A4C-B89E-A3C584EEB19C}" destId="{19F36150-6CDA-3840-9E12-9A05537833C3}" srcOrd="1" destOrd="0" presId="urn:microsoft.com/office/officeart/2008/layout/LinedList"/>
    <dgm:cxn modelId="{E60DDC35-0F66-9340-987B-29C1CEC0FCD9}" type="presParOf" srcId="{EE27EDC0-A874-9548-890E-83C71542CDF3}" destId="{8ABE044A-84B9-C045-9317-B8ACE5493850}" srcOrd="12" destOrd="0" presId="urn:microsoft.com/office/officeart/2008/layout/LinedList"/>
    <dgm:cxn modelId="{26F6549C-7C00-5C45-A326-2F2FDFE9BB4B}" type="presParOf" srcId="{EE27EDC0-A874-9548-890E-83C71542CDF3}" destId="{E84535EE-9156-564F-BC93-429B4D3E1343}" srcOrd="13" destOrd="0" presId="urn:microsoft.com/office/officeart/2008/layout/LinedList"/>
    <dgm:cxn modelId="{942ADD0B-2C5C-544D-B8A9-DD46DFDCD20F}" type="presParOf" srcId="{E84535EE-9156-564F-BC93-429B4D3E1343}" destId="{9195D0E5-46BA-A94E-A771-8AE0436D19D0}" srcOrd="0" destOrd="0" presId="urn:microsoft.com/office/officeart/2008/layout/LinedList"/>
    <dgm:cxn modelId="{25905F7B-21F2-3D40-8753-9C97592AC160}" type="presParOf" srcId="{E84535EE-9156-564F-BC93-429B4D3E1343}" destId="{03FC8130-B5E8-4D4F-95B2-CC9578F5C101}" srcOrd="1" destOrd="0" presId="urn:microsoft.com/office/officeart/2008/layout/LinedList"/>
    <dgm:cxn modelId="{BBA93565-CDDD-FC42-8151-FC4F0E18A3AF}" type="presParOf" srcId="{EE27EDC0-A874-9548-890E-83C71542CDF3}" destId="{B3BC5677-7D69-2C4C-9926-5FB5B80B2498}" srcOrd="14" destOrd="0" presId="urn:microsoft.com/office/officeart/2008/layout/LinedList"/>
    <dgm:cxn modelId="{99F0917C-6637-0644-925C-1F1124E18196}" type="presParOf" srcId="{EE27EDC0-A874-9548-890E-83C71542CDF3}" destId="{997A9CD8-2E0A-6C48-84D3-D460DBFCCCE3}" srcOrd="15" destOrd="0" presId="urn:microsoft.com/office/officeart/2008/layout/LinedList"/>
    <dgm:cxn modelId="{E2B03EA7-9439-7142-B01A-EB4B14F3C7CE}" type="presParOf" srcId="{997A9CD8-2E0A-6C48-84D3-D460DBFCCCE3}" destId="{2E885DC4-EBFC-094D-9F35-D7A9FF79B58E}" srcOrd="0" destOrd="0" presId="urn:microsoft.com/office/officeart/2008/layout/LinedList"/>
    <dgm:cxn modelId="{D79AB236-626B-B747-BEDA-73D0973735D4}" type="presParOf" srcId="{997A9CD8-2E0A-6C48-84D3-D460DBFCCCE3}" destId="{88851B47-DFAB-BF43-8E21-06DAE26D080F}" srcOrd="1" destOrd="0" presId="urn:microsoft.com/office/officeart/2008/layout/LinedList"/>
    <dgm:cxn modelId="{147358C9-F1BC-3B47-A117-525459810988}" type="presParOf" srcId="{EE27EDC0-A874-9548-890E-83C71542CDF3}" destId="{E9EDF23F-3DDF-5140-A546-FD80C4B711B2}" srcOrd="16" destOrd="0" presId="urn:microsoft.com/office/officeart/2008/layout/LinedList"/>
    <dgm:cxn modelId="{85C606BA-15D5-724D-BA0A-C0B4874C4BB1}" type="presParOf" srcId="{EE27EDC0-A874-9548-890E-83C71542CDF3}" destId="{5D4EE09E-0AF9-F84B-9D7E-D1ABD5F08B6B}" srcOrd="17" destOrd="0" presId="urn:microsoft.com/office/officeart/2008/layout/LinedList"/>
    <dgm:cxn modelId="{B2BB35C2-FA05-F345-9A22-8E8249D65758}" type="presParOf" srcId="{5D4EE09E-0AF9-F84B-9D7E-D1ABD5F08B6B}" destId="{3ED87138-BC31-AB48-9175-7C80B88308AE}" srcOrd="0" destOrd="0" presId="urn:microsoft.com/office/officeart/2008/layout/LinedList"/>
    <dgm:cxn modelId="{09BE9557-A6B2-A343-ACEB-7BC6C560E6A9}" type="presParOf" srcId="{5D4EE09E-0AF9-F84B-9D7E-D1ABD5F08B6B}" destId="{939C288C-5ACB-404A-89EB-2CEE969AFB8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3C819A4-00C3-4116-99A9-1CBDD576147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3CCD179-F866-4012-8F12-6CD9B6597AAE}">
      <dgm:prSet/>
      <dgm:spPr/>
      <dgm:t>
        <a:bodyPr/>
        <a:lstStyle/>
        <a:p>
          <a:r>
            <a:rPr lang="en-US"/>
            <a:t>- Annual doctor visits: 500M+ </a:t>
          </a:r>
        </a:p>
      </dgm:t>
    </dgm:pt>
    <dgm:pt modelId="{F9638D12-B363-42C3-9049-F6B2B727B13E}" type="parTrans" cxnId="{07A61BDC-BA3C-48BC-B51A-96540C3018E0}">
      <dgm:prSet/>
      <dgm:spPr/>
      <dgm:t>
        <a:bodyPr/>
        <a:lstStyle/>
        <a:p>
          <a:endParaRPr lang="en-US"/>
        </a:p>
      </dgm:t>
    </dgm:pt>
    <dgm:pt modelId="{7380A687-C59D-46E5-829D-B1DB9895A217}" type="sibTrans" cxnId="{07A61BDC-BA3C-48BC-B51A-96540C3018E0}">
      <dgm:prSet/>
      <dgm:spPr/>
      <dgm:t>
        <a:bodyPr/>
        <a:lstStyle/>
        <a:p>
          <a:endParaRPr lang="en-US"/>
        </a:p>
      </dgm:t>
    </dgm:pt>
    <dgm:pt modelId="{B0B5AC6F-A0A8-411D-AA2C-FB9F0941A869}">
      <dgm:prSet/>
      <dgm:spPr/>
      <dgm:t>
        <a:bodyPr/>
        <a:lstStyle/>
        <a:p>
          <a:r>
            <a:rPr lang="en-US"/>
            <a:t>- Avg chamber fee: BDT 300–800 → $1.5–3B market</a:t>
          </a:r>
        </a:p>
      </dgm:t>
    </dgm:pt>
    <dgm:pt modelId="{B3F31ED0-CB38-4767-B9C3-10D79E667321}" type="parTrans" cxnId="{20BF46CA-6AA4-4459-9145-B158833E938F}">
      <dgm:prSet/>
      <dgm:spPr/>
      <dgm:t>
        <a:bodyPr/>
        <a:lstStyle/>
        <a:p>
          <a:endParaRPr lang="en-US"/>
        </a:p>
      </dgm:t>
    </dgm:pt>
    <dgm:pt modelId="{A2697CD8-D780-407E-878F-B87780547BA2}" type="sibTrans" cxnId="{20BF46CA-6AA4-4459-9145-B158833E938F}">
      <dgm:prSet/>
      <dgm:spPr/>
      <dgm:t>
        <a:bodyPr/>
        <a:lstStyle/>
        <a:p>
          <a:endParaRPr lang="en-US"/>
        </a:p>
      </dgm:t>
    </dgm:pt>
    <dgm:pt modelId="{E92E36B8-2A1D-4F53-AA42-755828CFBB9B}">
      <dgm:prSet/>
      <dgm:spPr/>
      <dgm:t>
        <a:bodyPr/>
        <a:lstStyle/>
        <a:p>
          <a:r>
            <a:rPr lang="en-US"/>
            <a:t>- Pharma market: $3.2B/year</a:t>
          </a:r>
        </a:p>
      </dgm:t>
    </dgm:pt>
    <dgm:pt modelId="{3B9A823E-AD9C-41AE-A8F3-85F18F612A5F}" type="parTrans" cxnId="{AE054B7B-DFE1-47AD-98A1-EB4DEE345527}">
      <dgm:prSet/>
      <dgm:spPr/>
      <dgm:t>
        <a:bodyPr/>
        <a:lstStyle/>
        <a:p>
          <a:endParaRPr lang="en-US"/>
        </a:p>
      </dgm:t>
    </dgm:pt>
    <dgm:pt modelId="{0AD5C93F-D323-4979-B7F7-D855DC5F71DF}" type="sibTrans" cxnId="{AE054B7B-DFE1-47AD-98A1-EB4DEE345527}">
      <dgm:prSet/>
      <dgm:spPr/>
      <dgm:t>
        <a:bodyPr/>
        <a:lstStyle/>
        <a:p>
          <a:endParaRPr lang="en-US"/>
        </a:p>
      </dgm:t>
    </dgm:pt>
    <dgm:pt modelId="{45EB4273-E4F7-4A15-BAD0-B0127C36A21A}">
      <dgm:prSet/>
      <dgm:spPr/>
      <dgm:t>
        <a:bodyPr/>
        <a:lstStyle/>
        <a:p>
          <a:r>
            <a:rPr lang="en-US"/>
            <a:t>- Pathology referrals: $300M+</a:t>
          </a:r>
        </a:p>
      </dgm:t>
    </dgm:pt>
    <dgm:pt modelId="{815D4297-8520-4692-B88F-61EC022414A2}" type="parTrans" cxnId="{522698FD-E2D1-4201-A49B-2BF1373FBABC}">
      <dgm:prSet/>
      <dgm:spPr/>
      <dgm:t>
        <a:bodyPr/>
        <a:lstStyle/>
        <a:p>
          <a:endParaRPr lang="en-US"/>
        </a:p>
      </dgm:t>
    </dgm:pt>
    <dgm:pt modelId="{4B749EE2-F547-4BAC-894E-B7891FE51E53}" type="sibTrans" cxnId="{522698FD-E2D1-4201-A49B-2BF1373FBABC}">
      <dgm:prSet/>
      <dgm:spPr/>
      <dgm:t>
        <a:bodyPr/>
        <a:lstStyle/>
        <a:p>
          <a:endParaRPr lang="en-US"/>
        </a:p>
      </dgm:t>
    </dgm:pt>
    <dgm:pt modelId="{05AD848B-C4B2-4762-BEC9-98490632E76B}">
      <dgm:prSet/>
      <dgm:spPr/>
      <dgm:t>
        <a:bodyPr/>
        <a:lstStyle/>
        <a:p>
          <a:r>
            <a:rPr lang="en-US"/>
            <a:t>- Digital health adoption still &lt;10%</a:t>
          </a:r>
        </a:p>
      </dgm:t>
    </dgm:pt>
    <dgm:pt modelId="{72650520-94FD-4EF4-994A-A5981A8AE813}" type="parTrans" cxnId="{AD6BE0D5-AAC6-4E23-A84F-4D29520CF4D7}">
      <dgm:prSet/>
      <dgm:spPr/>
      <dgm:t>
        <a:bodyPr/>
        <a:lstStyle/>
        <a:p>
          <a:endParaRPr lang="en-US"/>
        </a:p>
      </dgm:t>
    </dgm:pt>
    <dgm:pt modelId="{DE551554-0F62-4E7C-963D-799CE9F79C59}" type="sibTrans" cxnId="{AD6BE0D5-AAC6-4E23-A84F-4D29520CF4D7}">
      <dgm:prSet/>
      <dgm:spPr/>
      <dgm:t>
        <a:bodyPr/>
        <a:lstStyle/>
        <a:p>
          <a:endParaRPr lang="en-US"/>
        </a:p>
      </dgm:t>
    </dgm:pt>
    <dgm:pt modelId="{5C6B10F1-BD22-48D8-99E5-3AC8E94C0420}">
      <dgm:prSet/>
      <dgm:spPr/>
      <dgm:t>
        <a:bodyPr/>
        <a:lstStyle/>
        <a:p>
          <a:r>
            <a:rPr lang="en-US"/>
            <a:t>PulseNote can influence:</a:t>
          </a:r>
        </a:p>
      </dgm:t>
    </dgm:pt>
    <dgm:pt modelId="{4FBE6FBE-6910-4BEF-A4A9-69D00F9BA661}" type="parTrans" cxnId="{F3A3EFFF-0F10-4B01-988C-1F7A524C0A3C}">
      <dgm:prSet/>
      <dgm:spPr/>
      <dgm:t>
        <a:bodyPr/>
        <a:lstStyle/>
        <a:p>
          <a:endParaRPr lang="en-US"/>
        </a:p>
      </dgm:t>
    </dgm:pt>
    <dgm:pt modelId="{48471F49-3B3B-4B9A-B467-926088AA1994}" type="sibTrans" cxnId="{F3A3EFFF-0F10-4B01-988C-1F7A524C0A3C}">
      <dgm:prSet/>
      <dgm:spPr/>
      <dgm:t>
        <a:bodyPr/>
        <a:lstStyle/>
        <a:p>
          <a:endParaRPr lang="en-US"/>
        </a:p>
      </dgm:t>
    </dgm:pt>
    <dgm:pt modelId="{93F00AE3-1660-4B0F-B1CA-39896063A0B4}">
      <dgm:prSet/>
      <dgm:spPr/>
      <dgm:t>
        <a:bodyPr/>
        <a:lstStyle/>
        <a:p>
          <a:r>
            <a:rPr lang="en-US"/>
            <a:t>- Appointments, eRx, payments, reminders, patient history</a:t>
          </a:r>
        </a:p>
      </dgm:t>
    </dgm:pt>
    <dgm:pt modelId="{8E064C2F-C398-4E70-AE11-D9BF1D28E166}" type="parTrans" cxnId="{A5B5D50C-A87F-4530-A829-69DF696BFEDF}">
      <dgm:prSet/>
      <dgm:spPr/>
      <dgm:t>
        <a:bodyPr/>
        <a:lstStyle/>
        <a:p>
          <a:endParaRPr lang="en-US"/>
        </a:p>
      </dgm:t>
    </dgm:pt>
    <dgm:pt modelId="{1B768C48-29D9-4651-AFF2-7703C0CFB5BE}" type="sibTrans" cxnId="{A5B5D50C-A87F-4530-A829-69DF696BFEDF}">
      <dgm:prSet/>
      <dgm:spPr/>
      <dgm:t>
        <a:bodyPr/>
        <a:lstStyle/>
        <a:p>
          <a:endParaRPr lang="en-US"/>
        </a:p>
      </dgm:t>
    </dgm:pt>
    <dgm:pt modelId="{9E7071E6-0BB2-4526-A9E7-8976CFAB1FBE}">
      <dgm:prSet/>
      <dgm:spPr/>
      <dgm:t>
        <a:bodyPr/>
        <a:lstStyle/>
        <a:p>
          <a:r>
            <a:rPr lang="en-US"/>
            <a:t>- A potential $100M+ flow of medical value in 3–5 years</a:t>
          </a:r>
        </a:p>
      </dgm:t>
    </dgm:pt>
    <dgm:pt modelId="{19C538B0-F1B4-4FC8-8BF0-8AD0BA8297F5}" type="parTrans" cxnId="{20FCAD73-DC94-4E41-8A36-75D99FB135A5}">
      <dgm:prSet/>
      <dgm:spPr/>
      <dgm:t>
        <a:bodyPr/>
        <a:lstStyle/>
        <a:p>
          <a:endParaRPr lang="en-US"/>
        </a:p>
      </dgm:t>
    </dgm:pt>
    <dgm:pt modelId="{D27F72E1-60E4-46C2-8086-4CD0050651AE}" type="sibTrans" cxnId="{20FCAD73-DC94-4E41-8A36-75D99FB135A5}">
      <dgm:prSet/>
      <dgm:spPr/>
      <dgm:t>
        <a:bodyPr/>
        <a:lstStyle/>
        <a:p>
          <a:endParaRPr lang="en-US"/>
        </a:p>
      </dgm:t>
    </dgm:pt>
    <dgm:pt modelId="{5A92333C-F656-49A2-8D15-16B73711DA37}" type="pres">
      <dgm:prSet presAssocID="{D3C819A4-00C3-4116-99A9-1CBDD5761475}" presName="root" presStyleCnt="0">
        <dgm:presLayoutVars>
          <dgm:dir/>
          <dgm:resizeHandles val="exact"/>
        </dgm:presLayoutVars>
      </dgm:prSet>
      <dgm:spPr/>
    </dgm:pt>
    <dgm:pt modelId="{028E4547-E1AA-4E3C-8E42-2D1BDD382C3D}" type="pres">
      <dgm:prSet presAssocID="{D3CCD179-F866-4012-8F12-6CD9B6597AAE}" presName="compNode" presStyleCnt="0"/>
      <dgm:spPr/>
    </dgm:pt>
    <dgm:pt modelId="{45E5935F-F571-4F17-B8F8-16E97CAC7399}" type="pres">
      <dgm:prSet presAssocID="{D3CCD179-F866-4012-8F12-6CD9B6597AAE}" presName="bgRect" presStyleLbl="bgShp" presStyleIdx="0" presStyleCnt="8"/>
      <dgm:spPr/>
    </dgm:pt>
    <dgm:pt modelId="{5F90DD9F-E38B-4DFD-A554-12E5E5A9F50F}" type="pres">
      <dgm:prSet presAssocID="{D3CCD179-F866-4012-8F12-6CD9B6597AAE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50C1BC06-5DA2-4738-8FA1-1994C4A6ADFB}" type="pres">
      <dgm:prSet presAssocID="{D3CCD179-F866-4012-8F12-6CD9B6597AAE}" presName="spaceRect" presStyleCnt="0"/>
      <dgm:spPr/>
    </dgm:pt>
    <dgm:pt modelId="{BCF7EA21-3CAE-4243-B332-38EC6263BA23}" type="pres">
      <dgm:prSet presAssocID="{D3CCD179-F866-4012-8F12-6CD9B6597AAE}" presName="parTx" presStyleLbl="revTx" presStyleIdx="0" presStyleCnt="8">
        <dgm:presLayoutVars>
          <dgm:chMax val="0"/>
          <dgm:chPref val="0"/>
        </dgm:presLayoutVars>
      </dgm:prSet>
      <dgm:spPr/>
    </dgm:pt>
    <dgm:pt modelId="{6AB83E0E-1501-4531-9611-FB885AA2E846}" type="pres">
      <dgm:prSet presAssocID="{7380A687-C59D-46E5-829D-B1DB9895A217}" presName="sibTrans" presStyleCnt="0"/>
      <dgm:spPr/>
    </dgm:pt>
    <dgm:pt modelId="{C98F988D-B91B-42A8-A845-2E4BF033E858}" type="pres">
      <dgm:prSet presAssocID="{B0B5AC6F-A0A8-411D-AA2C-FB9F0941A869}" presName="compNode" presStyleCnt="0"/>
      <dgm:spPr/>
    </dgm:pt>
    <dgm:pt modelId="{49312BA0-4743-44B3-9E9C-059F1D1E1B75}" type="pres">
      <dgm:prSet presAssocID="{B0B5AC6F-A0A8-411D-AA2C-FB9F0941A869}" presName="bgRect" presStyleLbl="bgShp" presStyleIdx="1" presStyleCnt="8"/>
      <dgm:spPr/>
    </dgm:pt>
    <dgm:pt modelId="{66ECE763-F50C-4288-A0F2-4A095B0CFF8E}" type="pres">
      <dgm:prSet presAssocID="{B0B5AC6F-A0A8-411D-AA2C-FB9F0941A869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44A91D6B-CF13-4004-91AA-9D0F2D63672C}" type="pres">
      <dgm:prSet presAssocID="{B0B5AC6F-A0A8-411D-AA2C-FB9F0941A869}" presName="spaceRect" presStyleCnt="0"/>
      <dgm:spPr/>
    </dgm:pt>
    <dgm:pt modelId="{566A5EA0-5047-40A5-A33B-DCB4550D6D81}" type="pres">
      <dgm:prSet presAssocID="{B0B5AC6F-A0A8-411D-AA2C-FB9F0941A869}" presName="parTx" presStyleLbl="revTx" presStyleIdx="1" presStyleCnt="8">
        <dgm:presLayoutVars>
          <dgm:chMax val="0"/>
          <dgm:chPref val="0"/>
        </dgm:presLayoutVars>
      </dgm:prSet>
      <dgm:spPr/>
    </dgm:pt>
    <dgm:pt modelId="{93500CB7-9DAE-4E6C-A5BA-6209845E69A3}" type="pres">
      <dgm:prSet presAssocID="{A2697CD8-D780-407E-878F-B87780547BA2}" presName="sibTrans" presStyleCnt="0"/>
      <dgm:spPr/>
    </dgm:pt>
    <dgm:pt modelId="{9C654756-1524-4BE1-861C-555228F2C860}" type="pres">
      <dgm:prSet presAssocID="{E92E36B8-2A1D-4F53-AA42-755828CFBB9B}" presName="compNode" presStyleCnt="0"/>
      <dgm:spPr/>
    </dgm:pt>
    <dgm:pt modelId="{B24AC100-1F15-4504-94D9-0C14C374DE54}" type="pres">
      <dgm:prSet presAssocID="{E92E36B8-2A1D-4F53-AA42-755828CFBB9B}" presName="bgRect" presStyleLbl="bgShp" presStyleIdx="2" presStyleCnt="8"/>
      <dgm:spPr/>
    </dgm:pt>
    <dgm:pt modelId="{3B57B62F-01D5-4A4F-83B7-30EAAEE51DDD}" type="pres">
      <dgm:prSet presAssocID="{E92E36B8-2A1D-4F53-AA42-755828CFBB9B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34F0D4DB-8F4A-497F-9E37-50C08FFEFCB1}" type="pres">
      <dgm:prSet presAssocID="{E92E36B8-2A1D-4F53-AA42-755828CFBB9B}" presName="spaceRect" presStyleCnt="0"/>
      <dgm:spPr/>
    </dgm:pt>
    <dgm:pt modelId="{DBB5C1A1-43CC-4AAA-9524-4AB50143F62A}" type="pres">
      <dgm:prSet presAssocID="{E92E36B8-2A1D-4F53-AA42-755828CFBB9B}" presName="parTx" presStyleLbl="revTx" presStyleIdx="2" presStyleCnt="8">
        <dgm:presLayoutVars>
          <dgm:chMax val="0"/>
          <dgm:chPref val="0"/>
        </dgm:presLayoutVars>
      </dgm:prSet>
      <dgm:spPr/>
    </dgm:pt>
    <dgm:pt modelId="{42CAD11A-30A3-4543-B576-45133C058729}" type="pres">
      <dgm:prSet presAssocID="{0AD5C93F-D323-4979-B7F7-D855DC5F71DF}" presName="sibTrans" presStyleCnt="0"/>
      <dgm:spPr/>
    </dgm:pt>
    <dgm:pt modelId="{94E46501-B814-433C-B342-C58CA8ADDA50}" type="pres">
      <dgm:prSet presAssocID="{45EB4273-E4F7-4A15-BAD0-B0127C36A21A}" presName="compNode" presStyleCnt="0"/>
      <dgm:spPr/>
    </dgm:pt>
    <dgm:pt modelId="{8145700A-0648-41F8-B3E0-106FAB2E8058}" type="pres">
      <dgm:prSet presAssocID="{45EB4273-E4F7-4A15-BAD0-B0127C36A21A}" presName="bgRect" presStyleLbl="bgShp" presStyleIdx="3" presStyleCnt="8"/>
      <dgm:spPr/>
    </dgm:pt>
    <dgm:pt modelId="{3AA4C99D-54AA-4B3F-A9B1-BEB77AE4E94B}" type="pres">
      <dgm:prSet presAssocID="{45EB4273-E4F7-4A15-BAD0-B0127C36A21A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C32F8D8A-EC9B-4EC7-A079-FDFA3BC3C226}" type="pres">
      <dgm:prSet presAssocID="{45EB4273-E4F7-4A15-BAD0-B0127C36A21A}" presName="spaceRect" presStyleCnt="0"/>
      <dgm:spPr/>
    </dgm:pt>
    <dgm:pt modelId="{87547E69-244E-44A6-8462-C181512D8367}" type="pres">
      <dgm:prSet presAssocID="{45EB4273-E4F7-4A15-BAD0-B0127C36A21A}" presName="parTx" presStyleLbl="revTx" presStyleIdx="3" presStyleCnt="8">
        <dgm:presLayoutVars>
          <dgm:chMax val="0"/>
          <dgm:chPref val="0"/>
        </dgm:presLayoutVars>
      </dgm:prSet>
      <dgm:spPr/>
    </dgm:pt>
    <dgm:pt modelId="{13F0916B-21C2-4381-B7F7-D5E0EBD244BE}" type="pres">
      <dgm:prSet presAssocID="{4B749EE2-F547-4BAC-894E-B7891FE51E53}" presName="sibTrans" presStyleCnt="0"/>
      <dgm:spPr/>
    </dgm:pt>
    <dgm:pt modelId="{607B782D-D531-4E6B-823B-2A7C9CDA48EF}" type="pres">
      <dgm:prSet presAssocID="{05AD848B-C4B2-4762-BEC9-98490632E76B}" presName="compNode" presStyleCnt="0"/>
      <dgm:spPr/>
    </dgm:pt>
    <dgm:pt modelId="{E1422FC3-1B4D-4A27-BF2B-DAFA8C886559}" type="pres">
      <dgm:prSet presAssocID="{05AD848B-C4B2-4762-BEC9-98490632E76B}" presName="bgRect" presStyleLbl="bgShp" presStyleIdx="4" presStyleCnt="8"/>
      <dgm:spPr/>
    </dgm:pt>
    <dgm:pt modelId="{CD2AAECE-3C4A-4396-92EA-2AAF00D72AD9}" type="pres">
      <dgm:prSet presAssocID="{05AD848B-C4B2-4762-BEC9-98490632E76B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24047882-DD1B-4A8A-BDFF-B9BBF8572922}" type="pres">
      <dgm:prSet presAssocID="{05AD848B-C4B2-4762-BEC9-98490632E76B}" presName="spaceRect" presStyleCnt="0"/>
      <dgm:spPr/>
    </dgm:pt>
    <dgm:pt modelId="{5AC8BB35-8AA9-4394-B1F2-5255F45DAE7F}" type="pres">
      <dgm:prSet presAssocID="{05AD848B-C4B2-4762-BEC9-98490632E76B}" presName="parTx" presStyleLbl="revTx" presStyleIdx="4" presStyleCnt="8">
        <dgm:presLayoutVars>
          <dgm:chMax val="0"/>
          <dgm:chPref val="0"/>
        </dgm:presLayoutVars>
      </dgm:prSet>
      <dgm:spPr/>
    </dgm:pt>
    <dgm:pt modelId="{40CE30CD-B84B-4CCA-B5F9-BE27BE2CDE7D}" type="pres">
      <dgm:prSet presAssocID="{DE551554-0F62-4E7C-963D-799CE9F79C59}" presName="sibTrans" presStyleCnt="0"/>
      <dgm:spPr/>
    </dgm:pt>
    <dgm:pt modelId="{7B57A56E-7EEC-4F23-9060-161318A9C85D}" type="pres">
      <dgm:prSet presAssocID="{5C6B10F1-BD22-48D8-99E5-3AC8E94C0420}" presName="compNode" presStyleCnt="0"/>
      <dgm:spPr/>
    </dgm:pt>
    <dgm:pt modelId="{2A828B29-BDB3-4FE3-9967-7437660B9E42}" type="pres">
      <dgm:prSet presAssocID="{5C6B10F1-BD22-48D8-99E5-3AC8E94C0420}" presName="bgRect" presStyleLbl="bgShp" presStyleIdx="5" presStyleCnt="8"/>
      <dgm:spPr/>
    </dgm:pt>
    <dgm:pt modelId="{919A9B87-95C9-4B85-B75A-F0586B52B73D}" type="pres">
      <dgm:prSet presAssocID="{5C6B10F1-BD22-48D8-99E5-3AC8E94C0420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616D9BCA-94D3-45B6-8A8A-AB904898C66A}" type="pres">
      <dgm:prSet presAssocID="{5C6B10F1-BD22-48D8-99E5-3AC8E94C0420}" presName="spaceRect" presStyleCnt="0"/>
      <dgm:spPr/>
    </dgm:pt>
    <dgm:pt modelId="{CC979E9F-47D1-4F8A-ADBF-95306C33CD35}" type="pres">
      <dgm:prSet presAssocID="{5C6B10F1-BD22-48D8-99E5-3AC8E94C0420}" presName="parTx" presStyleLbl="revTx" presStyleIdx="5" presStyleCnt="8">
        <dgm:presLayoutVars>
          <dgm:chMax val="0"/>
          <dgm:chPref val="0"/>
        </dgm:presLayoutVars>
      </dgm:prSet>
      <dgm:spPr/>
    </dgm:pt>
    <dgm:pt modelId="{CC7E363F-32F5-49B5-88B3-5856F88AD579}" type="pres">
      <dgm:prSet presAssocID="{48471F49-3B3B-4B9A-B467-926088AA1994}" presName="sibTrans" presStyleCnt="0"/>
      <dgm:spPr/>
    </dgm:pt>
    <dgm:pt modelId="{D0E93343-775D-4FE4-8EE8-C7251C98769E}" type="pres">
      <dgm:prSet presAssocID="{93F00AE3-1660-4B0F-B1CA-39896063A0B4}" presName="compNode" presStyleCnt="0"/>
      <dgm:spPr/>
    </dgm:pt>
    <dgm:pt modelId="{623300F5-9E5B-471E-81A7-009648D2C05B}" type="pres">
      <dgm:prSet presAssocID="{93F00AE3-1660-4B0F-B1CA-39896063A0B4}" presName="bgRect" presStyleLbl="bgShp" presStyleIdx="6" presStyleCnt="8"/>
      <dgm:spPr/>
    </dgm:pt>
    <dgm:pt modelId="{59FD27BA-0370-4DEE-80C9-CEB098330FC9}" type="pres">
      <dgm:prSet presAssocID="{93F00AE3-1660-4B0F-B1CA-39896063A0B4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BC5C9FD7-F92E-439A-A59B-1417617A61CD}" type="pres">
      <dgm:prSet presAssocID="{93F00AE3-1660-4B0F-B1CA-39896063A0B4}" presName="spaceRect" presStyleCnt="0"/>
      <dgm:spPr/>
    </dgm:pt>
    <dgm:pt modelId="{5EC45628-917D-4120-B711-C22B13B3A3B7}" type="pres">
      <dgm:prSet presAssocID="{93F00AE3-1660-4B0F-B1CA-39896063A0B4}" presName="parTx" presStyleLbl="revTx" presStyleIdx="6" presStyleCnt="8">
        <dgm:presLayoutVars>
          <dgm:chMax val="0"/>
          <dgm:chPref val="0"/>
        </dgm:presLayoutVars>
      </dgm:prSet>
      <dgm:spPr/>
    </dgm:pt>
    <dgm:pt modelId="{B3954058-66FA-4F06-9D91-1B9885D9C7EF}" type="pres">
      <dgm:prSet presAssocID="{1B768C48-29D9-4651-AFF2-7703C0CFB5BE}" presName="sibTrans" presStyleCnt="0"/>
      <dgm:spPr/>
    </dgm:pt>
    <dgm:pt modelId="{0844FBDB-ACC5-4071-AC3C-BA2EE0A62AC0}" type="pres">
      <dgm:prSet presAssocID="{9E7071E6-0BB2-4526-A9E7-8976CFAB1FBE}" presName="compNode" presStyleCnt="0"/>
      <dgm:spPr/>
    </dgm:pt>
    <dgm:pt modelId="{33993068-CEDA-4716-AE32-ECB24451487A}" type="pres">
      <dgm:prSet presAssocID="{9E7071E6-0BB2-4526-A9E7-8976CFAB1FBE}" presName="bgRect" presStyleLbl="bgShp" presStyleIdx="7" presStyleCnt="8"/>
      <dgm:spPr/>
    </dgm:pt>
    <dgm:pt modelId="{066DEEEA-D9F1-4315-92CC-8CCF57E156E1}" type="pres">
      <dgm:prSet presAssocID="{9E7071E6-0BB2-4526-A9E7-8976CFAB1FBE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7EC36EF0-780C-4009-8FBA-D84F622B70B4}" type="pres">
      <dgm:prSet presAssocID="{9E7071E6-0BB2-4526-A9E7-8976CFAB1FBE}" presName="spaceRect" presStyleCnt="0"/>
      <dgm:spPr/>
    </dgm:pt>
    <dgm:pt modelId="{23647476-23A7-4232-954B-9027E90EF0CD}" type="pres">
      <dgm:prSet presAssocID="{9E7071E6-0BB2-4526-A9E7-8976CFAB1FBE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4D844807-45A2-4B28-BD9D-2250CDCB0E19}" type="presOf" srcId="{E92E36B8-2A1D-4F53-AA42-755828CFBB9B}" destId="{DBB5C1A1-43CC-4AAA-9524-4AB50143F62A}" srcOrd="0" destOrd="0" presId="urn:microsoft.com/office/officeart/2018/2/layout/IconVerticalSolidList"/>
    <dgm:cxn modelId="{A5B5D50C-A87F-4530-A829-69DF696BFEDF}" srcId="{D3C819A4-00C3-4116-99A9-1CBDD5761475}" destId="{93F00AE3-1660-4B0F-B1CA-39896063A0B4}" srcOrd="6" destOrd="0" parTransId="{8E064C2F-C398-4E70-AE11-D9BF1D28E166}" sibTransId="{1B768C48-29D9-4651-AFF2-7703C0CFB5BE}"/>
    <dgm:cxn modelId="{6F771730-9DD4-4E9D-920E-2141B72E5C2D}" type="presOf" srcId="{B0B5AC6F-A0A8-411D-AA2C-FB9F0941A869}" destId="{566A5EA0-5047-40A5-A33B-DCB4550D6D81}" srcOrd="0" destOrd="0" presId="urn:microsoft.com/office/officeart/2018/2/layout/IconVerticalSolidList"/>
    <dgm:cxn modelId="{8AA1E04B-EE8C-4C62-A540-E9815DC5B7FD}" type="presOf" srcId="{D3C819A4-00C3-4116-99A9-1CBDD5761475}" destId="{5A92333C-F656-49A2-8D15-16B73711DA37}" srcOrd="0" destOrd="0" presId="urn:microsoft.com/office/officeart/2018/2/layout/IconVerticalSolidList"/>
    <dgm:cxn modelId="{20FCAD73-DC94-4E41-8A36-75D99FB135A5}" srcId="{D3C819A4-00C3-4116-99A9-1CBDD5761475}" destId="{9E7071E6-0BB2-4526-A9E7-8976CFAB1FBE}" srcOrd="7" destOrd="0" parTransId="{19C538B0-F1B4-4FC8-8BF0-8AD0BA8297F5}" sibTransId="{D27F72E1-60E4-46C2-8086-4CD0050651AE}"/>
    <dgm:cxn modelId="{595C197A-90E8-4436-B672-E377AC2F3AF7}" type="presOf" srcId="{D3CCD179-F866-4012-8F12-6CD9B6597AAE}" destId="{BCF7EA21-3CAE-4243-B332-38EC6263BA23}" srcOrd="0" destOrd="0" presId="urn:microsoft.com/office/officeart/2018/2/layout/IconVerticalSolidList"/>
    <dgm:cxn modelId="{AE054B7B-DFE1-47AD-98A1-EB4DEE345527}" srcId="{D3C819A4-00C3-4116-99A9-1CBDD5761475}" destId="{E92E36B8-2A1D-4F53-AA42-755828CFBB9B}" srcOrd="2" destOrd="0" parTransId="{3B9A823E-AD9C-41AE-A8F3-85F18F612A5F}" sibTransId="{0AD5C93F-D323-4979-B7F7-D855DC5F71DF}"/>
    <dgm:cxn modelId="{20BF46CA-6AA4-4459-9145-B158833E938F}" srcId="{D3C819A4-00C3-4116-99A9-1CBDD5761475}" destId="{B0B5AC6F-A0A8-411D-AA2C-FB9F0941A869}" srcOrd="1" destOrd="0" parTransId="{B3F31ED0-CB38-4767-B9C3-10D79E667321}" sibTransId="{A2697CD8-D780-407E-878F-B87780547BA2}"/>
    <dgm:cxn modelId="{AD6BE0D5-AAC6-4E23-A84F-4D29520CF4D7}" srcId="{D3C819A4-00C3-4116-99A9-1CBDD5761475}" destId="{05AD848B-C4B2-4762-BEC9-98490632E76B}" srcOrd="4" destOrd="0" parTransId="{72650520-94FD-4EF4-994A-A5981A8AE813}" sibTransId="{DE551554-0F62-4E7C-963D-799CE9F79C59}"/>
    <dgm:cxn modelId="{07A61BDC-BA3C-48BC-B51A-96540C3018E0}" srcId="{D3C819A4-00C3-4116-99A9-1CBDD5761475}" destId="{D3CCD179-F866-4012-8F12-6CD9B6597AAE}" srcOrd="0" destOrd="0" parTransId="{F9638D12-B363-42C3-9049-F6B2B727B13E}" sibTransId="{7380A687-C59D-46E5-829D-B1DB9895A217}"/>
    <dgm:cxn modelId="{F3900FDD-0099-46C7-B653-8EB990075CD1}" type="presOf" srcId="{93F00AE3-1660-4B0F-B1CA-39896063A0B4}" destId="{5EC45628-917D-4120-B711-C22B13B3A3B7}" srcOrd="0" destOrd="0" presId="urn:microsoft.com/office/officeart/2018/2/layout/IconVerticalSolidList"/>
    <dgm:cxn modelId="{1D5DCFE6-5F07-4DF0-8EE3-8CEE052CA041}" type="presOf" srcId="{9E7071E6-0BB2-4526-A9E7-8976CFAB1FBE}" destId="{23647476-23A7-4232-954B-9027E90EF0CD}" srcOrd="0" destOrd="0" presId="urn:microsoft.com/office/officeart/2018/2/layout/IconVerticalSolidList"/>
    <dgm:cxn modelId="{7F9D1AF2-3F9D-4722-A238-3135A5F66CD0}" type="presOf" srcId="{5C6B10F1-BD22-48D8-99E5-3AC8E94C0420}" destId="{CC979E9F-47D1-4F8A-ADBF-95306C33CD35}" srcOrd="0" destOrd="0" presId="urn:microsoft.com/office/officeart/2018/2/layout/IconVerticalSolidList"/>
    <dgm:cxn modelId="{E92F4BF8-6492-4AEB-8292-F912881AB986}" type="presOf" srcId="{05AD848B-C4B2-4762-BEC9-98490632E76B}" destId="{5AC8BB35-8AA9-4394-B1F2-5255F45DAE7F}" srcOrd="0" destOrd="0" presId="urn:microsoft.com/office/officeart/2018/2/layout/IconVerticalSolidList"/>
    <dgm:cxn modelId="{522698FD-E2D1-4201-A49B-2BF1373FBABC}" srcId="{D3C819A4-00C3-4116-99A9-1CBDD5761475}" destId="{45EB4273-E4F7-4A15-BAD0-B0127C36A21A}" srcOrd="3" destOrd="0" parTransId="{815D4297-8520-4692-B88F-61EC022414A2}" sibTransId="{4B749EE2-F547-4BAC-894E-B7891FE51E53}"/>
    <dgm:cxn modelId="{504866FE-6553-4A01-BF68-2BB1B7553E96}" type="presOf" srcId="{45EB4273-E4F7-4A15-BAD0-B0127C36A21A}" destId="{87547E69-244E-44A6-8462-C181512D8367}" srcOrd="0" destOrd="0" presId="urn:microsoft.com/office/officeart/2018/2/layout/IconVerticalSolidList"/>
    <dgm:cxn modelId="{F3A3EFFF-0F10-4B01-988C-1F7A524C0A3C}" srcId="{D3C819A4-00C3-4116-99A9-1CBDD5761475}" destId="{5C6B10F1-BD22-48D8-99E5-3AC8E94C0420}" srcOrd="5" destOrd="0" parTransId="{4FBE6FBE-6910-4BEF-A4A9-69D00F9BA661}" sibTransId="{48471F49-3B3B-4B9A-B467-926088AA1994}"/>
    <dgm:cxn modelId="{86646BD9-D785-401E-8CA7-973FA222870A}" type="presParOf" srcId="{5A92333C-F656-49A2-8D15-16B73711DA37}" destId="{028E4547-E1AA-4E3C-8E42-2D1BDD382C3D}" srcOrd="0" destOrd="0" presId="urn:microsoft.com/office/officeart/2018/2/layout/IconVerticalSolidList"/>
    <dgm:cxn modelId="{A0E7D89F-FD90-4591-87BB-8043D3845BFA}" type="presParOf" srcId="{028E4547-E1AA-4E3C-8E42-2D1BDD382C3D}" destId="{45E5935F-F571-4F17-B8F8-16E97CAC7399}" srcOrd="0" destOrd="0" presId="urn:microsoft.com/office/officeart/2018/2/layout/IconVerticalSolidList"/>
    <dgm:cxn modelId="{99CEEA25-76AB-401A-91ED-BCF5FDE554CB}" type="presParOf" srcId="{028E4547-E1AA-4E3C-8E42-2D1BDD382C3D}" destId="{5F90DD9F-E38B-4DFD-A554-12E5E5A9F50F}" srcOrd="1" destOrd="0" presId="urn:microsoft.com/office/officeart/2018/2/layout/IconVerticalSolidList"/>
    <dgm:cxn modelId="{9757960E-5641-407E-8BFD-1267CC95E279}" type="presParOf" srcId="{028E4547-E1AA-4E3C-8E42-2D1BDD382C3D}" destId="{50C1BC06-5DA2-4738-8FA1-1994C4A6ADFB}" srcOrd="2" destOrd="0" presId="urn:microsoft.com/office/officeart/2018/2/layout/IconVerticalSolidList"/>
    <dgm:cxn modelId="{40E6BF6B-FFBE-4F46-B02C-4A33C21B2EA3}" type="presParOf" srcId="{028E4547-E1AA-4E3C-8E42-2D1BDD382C3D}" destId="{BCF7EA21-3CAE-4243-B332-38EC6263BA23}" srcOrd="3" destOrd="0" presId="urn:microsoft.com/office/officeart/2018/2/layout/IconVerticalSolidList"/>
    <dgm:cxn modelId="{F024DA60-4AA1-4863-A7FC-15A65DEF6E6A}" type="presParOf" srcId="{5A92333C-F656-49A2-8D15-16B73711DA37}" destId="{6AB83E0E-1501-4531-9611-FB885AA2E846}" srcOrd="1" destOrd="0" presId="urn:microsoft.com/office/officeart/2018/2/layout/IconVerticalSolidList"/>
    <dgm:cxn modelId="{A4B799B1-5777-4BEF-85F5-686E890F845D}" type="presParOf" srcId="{5A92333C-F656-49A2-8D15-16B73711DA37}" destId="{C98F988D-B91B-42A8-A845-2E4BF033E858}" srcOrd="2" destOrd="0" presId="urn:microsoft.com/office/officeart/2018/2/layout/IconVerticalSolidList"/>
    <dgm:cxn modelId="{9E80EBBF-63DB-4D4C-A225-660A4B1ACCFA}" type="presParOf" srcId="{C98F988D-B91B-42A8-A845-2E4BF033E858}" destId="{49312BA0-4743-44B3-9E9C-059F1D1E1B75}" srcOrd="0" destOrd="0" presId="urn:microsoft.com/office/officeart/2018/2/layout/IconVerticalSolidList"/>
    <dgm:cxn modelId="{A7C16A49-1422-4DB7-A764-CF84D89F73A2}" type="presParOf" srcId="{C98F988D-B91B-42A8-A845-2E4BF033E858}" destId="{66ECE763-F50C-4288-A0F2-4A095B0CFF8E}" srcOrd="1" destOrd="0" presId="urn:microsoft.com/office/officeart/2018/2/layout/IconVerticalSolidList"/>
    <dgm:cxn modelId="{3BDCF842-352C-48EE-9240-FBFE37F61311}" type="presParOf" srcId="{C98F988D-B91B-42A8-A845-2E4BF033E858}" destId="{44A91D6B-CF13-4004-91AA-9D0F2D63672C}" srcOrd="2" destOrd="0" presId="urn:microsoft.com/office/officeart/2018/2/layout/IconVerticalSolidList"/>
    <dgm:cxn modelId="{5205D922-9F6B-44CC-8F8B-B7F0481987B3}" type="presParOf" srcId="{C98F988D-B91B-42A8-A845-2E4BF033E858}" destId="{566A5EA0-5047-40A5-A33B-DCB4550D6D81}" srcOrd="3" destOrd="0" presId="urn:microsoft.com/office/officeart/2018/2/layout/IconVerticalSolidList"/>
    <dgm:cxn modelId="{0BE0D380-303E-4B1D-8C31-D4BFF8B61206}" type="presParOf" srcId="{5A92333C-F656-49A2-8D15-16B73711DA37}" destId="{93500CB7-9DAE-4E6C-A5BA-6209845E69A3}" srcOrd="3" destOrd="0" presId="urn:microsoft.com/office/officeart/2018/2/layout/IconVerticalSolidList"/>
    <dgm:cxn modelId="{86EFF3E5-5527-4F11-B422-EAFCFE80C936}" type="presParOf" srcId="{5A92333C-F656-49A2-8D15-16B73711DA37}" destId="{9C654756-1524-4BE1-861C-555228F2C860}" srcOrd="4" destOrd="0" presId="urn:microsoft.com/office/officeart/2018/2/layout/IconVerticalSolidList"/>
    <dgm:cxn modelId="{033C2F68-2DB6-4CB5-98ED-085EAE879B21}" type="presParOf" srcId="{9C654756-1524-4BE1-861C-555228F2C860}" destId="{B24AC100-1F15-4504-94D9-0C14C374DE54}" srcOrd="0" destOrd="0" presId="urn:microsoft.com/office/officeart/2018/2/layout/IconVerticalSolidList"/>
    <dgm:cxn modelId="{558381F7-058C-4FA7-B428-EBEC4D0DFE4D}" type="presParOf" srcId="{9C654756-1524-4BE1-861C-555228F2C860}" destId="{3B57B62F-01D5-4A4F-83B7-30EAAEE51DDD}" srcOrd="1" destOrd="0" presId="urn:microsoft.com/office/officeart/2018/2/layout/IconVerticalSolidList"/>
    <dgm:cxn modelId="{276C079F-855A-4592-BC6E-EF7142453602}" type="presParOf" srcId="{9C654756-1524-4BE1-861C-555228F2C860}" destId="{34F0D4DB-8F4A-497F-9E37-50C08FFEFCB1}" srcOrd="2" destOrd="0" presId="urn:microsoft.com/office/officeart/2018/2/layout/IconVerticalSolidList"/>
    <dgm:cxn modelId="{72C29F9F-0594-40A8-B1C2-29BC13737B48}" type="presParOf" srcId="{9C654756-1524-4BE1-861C-555228F2C860}" destId="{DBB5C1A1-43CC-4AAA-9524-4AB50143F62A}" srcOrd="3" destOrd="0" presId="urn:microsoft.com/office/officeart/2018/2/layout/IconVerticalSolidList"/>
    <dgm:cxn modelId="{FA032FAB-68E3-40F2-89A3-6106BB08788E}" type="presParOf" srcId="{5A92333C-F656-49A2-8D15-16B73711DA37}" destId="{42CAD11A-30A3-4543-B576-45133C058729}" srcOrd="5" destOrd="0" presId="urn:microsoft.com/office/officeart/2018/2/layout/IconVerticalSolidList"/>
    <dgm:cxn modelId="{F2670CB2-CD2A-4147-A5D6-91E515350140}" type="presParOf" srcId="{5A92333C-F656-49A2-8D15-16B73711DA37}" destId="{94E46501-B814-433C-B342-C58CA8ADDA50}" srcOrd="6" destOrd="0" presId="urn:microsoft.com/office/officeart/2018/2/layout/IconVerticalSolidList"/>
    <dgm:cxn modelId="{8201B24F-5F27-495B-A1A3-16A355F01070}" type="presParOf" srcId="{94E46501-B814-433C-B342-C58CA8ADDA50}" destId="{8145700A-0648-41F8-B3E0-106FAB2E8058}" srcOrd="0" destOrd="0" presId="urn:microsoft.com/office/officeart/2018/2/layout/IconVerticalSolidList"/>
    <dgm:cxn modelId="{60B60DB8-F9AD-42F4-9FDE-E1EA47BFE814}" type="presParOf" srcId="{94E46501-B814-433C-B342-C58CA8ADDA50}" destId="{3AA4C99D-54AA-4B3F-A9B1-BEB77AE4E94B}" srcOrd="1" destOrd="0" presId="urn:microsoft.com/office/officeart/2018/2/layout/IconVerticalSolidList"/>
    <dgm:cxn modelId="{A155EB45-D766-42B7-A702-3539A84E341F}" type="presParOf" srcId="{94E46501-B814-433C-B342-C58CA8ADDA50}" destId="{C32F8D8A-EC9B-4EC7-A079-FDFA3BC3C226}" srcOrd="2" destOrd="0" presId="urn:microsoft.com/office/officeart/2018/2/layout/IconVerticalSolidList"/>
    <dgm:cxn modelId="{DF704176-C030-4079-8059-82EFA82C364E}" type="presParOf" srcId="{94E46501-B814-433C-B342-C58CA8ADDA50}" destId="{87547E69-244E-44A6-8462-C181512D8367}" srcOrd="3" destOrd="0" presId="urn:microsoft.com/office/officeart/2018/2/layout/IconVerticalSolidList"/>
    <dgm:cxn modelId="{8ED6BA68-8B34-475E-9EFC-2872C3780BB7}" type="presParOf" srcId="{5A92333C-F656-49A2-8D15-16B73711DA37}" destId="{13F0916B-21C2-4381-B7F7-D5E0EBD244BE}" srcOrd="7" destOrd="0" presId="urn:microsoft.com/office/officeart/2018/2/layout/IconVerticalSolidList"/>
    <dgm:cxn modelId="{7E6F0062-F5C4-47B7-B728-482ECDF03B3E}" type="presParOf" srcId="{5A92333C-F656-49A2-8D15-16B73711DA37}" destId="{607B782D-D531-4E6B-823B-2A7C9CDA48EF}" srcOrd="8" destOrd="0" presId="urn:microsoft.com/office/officeart/2018/2/layout/IconVerticalSolidList"/>
    <dgm:cxn modelId="{8DF5D825-03E5-4FB5-B809-8619ECFB34C9}" type="presParOf" srcId="{607B782D-D531-4E6B-823B-2A7C9CDA48EF}" destId="{E1422FC3-1B4D-4A27-BF2B-DAFA8C886559}" srcOrd="0" destOrd="0" presId="urn:microsoft.com/office/officeart/2018/2/layout/IconVerticalSolidList"/>
    <dgm:cxn modelId="{4BDF454C-78A2-4ADE-A754-73C8FCE4F834}" type="presParOf" srcId="{607B782D-D531-4E6B-823B-2A7C9CDA48EF}" destId="{CD2AAECE-3C4A-4396-92EA-2AAF00D72AD9}" srcOrd="1" destOrd="0" presId="urn:microsoft.com/office/officeart/2018/2/layout/IconVerticalSolidList"/>
    <dgm:cxn modelId="{13D17F88-7F7C-493C-AA8B-FB90A41595C6}" type="presParOf" srcId="{607B782D-D531-4E6B-823B-2A7C9CDA48EF}" destId="{24047882-DD1B-4A8A-BDFF-B9BBF8572922}" srcOrd="2" destOrd="0" presId="urn:microsoft.com/office/officeart/2018/2/layout/IconVerticalSolidList"/>
    <dgm:cxn modelId="{A6BD1FDD-ECD5-4D3A-8227-215CAA677043}" type="presParOf" srcId="{607B782D-D531-4E6B-823B-2A7C9CDA48EF}" destId="{5AC8BB35-8AA9-4394-B1F2-5255F45DAE7F}" srcOrd="3" destOrd="0" presId="urn:microsoft.com/office/officeart/2018/2/layout/IconVerticalSolidList"/>
    <dgm:cxn modelId="{5A00B4D5-CEC3-42FA-BEE9-E0347FD74AA9}" type="presParOf" srcId="{5A92333C-F656-49A2-8D15-16B73711DA37}" destId="{40CE30CD-B84B-4CCA-B5F9-BE27BE2CDE7D}" srcOrd="9" destOrd="0" presId="urn:microsoft.com/office/officeart/2018/2/layout/IconVerticalSolidList"/>
    <dgm:cxn modelId="{75D6FDB5-D28C-4D18-8C70-40BB18D87FB1}" type="presParOf" srcId="{5A92333C-F656-49A2-8D15-16B73711DA37}" destId="{7B57A56E-7EEC-4F23-9060-161318A9C85D}" srcOrd="10" destOrd="0" presId="urn:microsoft.com/office/officeart/2018/2/layout/IconVerticalSolidList"/>
    <dgm:cxn modelId="{7493D8E7-5F44-4505-BBAA-ED6DFFAD9FA1}" type="presParOf" srcId="{7B57A56E-7EEC-4F23-9060-161318A9C85D}" destId="{2A828B29-BDB3-4FE3-9967-7437660B9E42}" srcOrd="0" destOrd="0" presId="urn:microsoft.com/office/officeart/2018/2/layout/IconVerticalSolidList"/>
    <dgm:cxn modelId="{0D7A8A0F-0D2C-4978-A605-181461C98210}" type="presParOf" srcId="{7B57A56E-7EEC-4F23-9060-161318A9C85D}" destId="{919A9B87-95C9-4B85-B75A-F0586B52B73D}" srcOrd="1" destOrd="0" presId="urn:microsoft.com/office/officeart/2018/2/layout/IconVerticalSolidList"/>
    <dgm:cxn modelId="{47DE0928-2172-4462-AC8C-24E6F730B2AC}" type="presParOf" srcId="{7B57A56E-7EEC-4F23-9060-161318A9C85D}" destId="{616D9BCA-94D3-45B6-8A8A-AB904898C66A}" srcOrd="2" destOrd="0" presId="urn:microsoft.com/office/officeart/2018/2/layout/IconVerticalSolidList"/>
    <dgm:cxn modelId="{D422C333-5EB2-4E89-98E2-BF4526F096CD}" type="presParOf" srcId="{7B57A56E-7EEC-4F23-9060-161318A9C85D}" destId="{CC979E9F-47D1-4F8A-ADBF-95306C33CD35}" srcOrd="3" destOrd="0" presId="urn:microsoft.com/office/officeart/2018/2/layout/IconVerticalSolidList"/>
    <dgm:cxn modelId="{36628BD4-1C9B-4A58-967B-A56E248DBD03}" type="presParOf" srcId="{5A92333C-F656-49A2-8D15-16B73711DA37}" destId="{CC7E363F-32F5-49B5-88B3-5856F88AD579}" srcOrd="11" destOrd="0" presId="urn:microsoft.com/office/officeart/2018/2/layout/IconVerticalSolidList"/>
    <dgm:cxn modelId="{3B18F081-844D-4D87-B62A-6741910CE263}" type="presParOf" srcId="{5A92333C-F656-49A2-8D15-16B73711DA37}" destId="{D0E93343-775D-4FE4-8EE8-C7251C98769E}" srcOrd="12" destOrd="0" presId="urn:microsoft.com/office/officeart/2018/2/layout/IconVerticalSolidList"/>
    <dgm:cxn modelId="{0BFE84DA-E28F-46F0-996A-456EE6F607EE}" type="presParOf" srcId="{D0E93343-775D-4FE4-8EE8-C7251C98769E}" destId="{623300F5-9E5B-471E-81A7-009648D2C05B}" srcOrd="0" destOrd="0" presId="urn:microsoft.com/office/officeart/2018/2/layout/IconVerticalSolidList"/>
    <dgm:cxn modelId="{6C26922C-A189-4553-84C7-96D9E27A8B2F}" type="presParOf" srcId="{D0E93343-775D-4FE4-8EE8-C7251C98769E}" destId="{59FD27BA-0370-4DEE-80C9-CEB098330FC9}" srcOrd="1" destOrd="0" presId="urn:microsoft.com/office/officeart/2018/2/layout/IconVerticalSolidList"/>
    <dgm:cxn modelId="{E4868AB1-CA7E-40EC-8251-B53BB8FDA090}" type="presParOf" srcId="{D0E93343-775D-4FE4-8EE8-C7251C98769E}" destId="{BC5C9FD7-F92E-439A-A59B-1417617A61CD}" srcOrd="2" destOrd="0" presId="urn:microsoft.com/office/officeart/2018/2/layout/IconVerticalSolidList"/>
    <dgm:cxn modelId="{A3028642-F6E5-4471-BC16-AED08A58C465}" type="presParOf" srcId="{D0E93343-775D-4FE4-8EE8-C7251C98769E}" destId="{5EC45628-917D-4120-B711-C22B13B3A3B7}" srcOrd="3" destOrd="0" presId="urn:microsoft.com/office/officeart/2018/2/layout/IconVerticalSolidList"/>
    <dgm:cxn modelId="{F5AD7A8F-55FD-452C-9196-B65373B52092}" type="presParOf" srcId="{5A92333C-F656-49A2-8D15-16B73711DA37}" destId="{B3954058-66FA-4F06-9D91-1B9885D9C7EF}" srcOrd="13" destOrd="0" presId="urn:microsoft.com/office/officeart/2018/2/layout/IconVerticalSolidList"/>
    <dgm:cxn modelId="{D1042F1F-7A5C-424C-9C4A-4A8543AD1E0C}" type="presParOf" srcId="{5A92333C-F656-49A2-8D15-16B73711DA37}" destId="{0844FBDB-ACC5-4071-AC3C-BA2EE0A62AC0}" srcOrd="14" destOrd="0" presId="urn:microsoft.com/office/officeart/2018/2/layout/IconVerticalSolidList"/>
    <dgm:cxn modelId="{10CA0E94-941D-48CB-BE77-3B568DB7C8A4}" type="presParOf" srcId="{0844FBDB-ACC5-4071-AC3C-BA2EE0A62AC0}" destId="{33993068-CEDA-4716-AE32-ECB24451487A}" srcOrd="0" destOrd="0" presId="urn:microsoft.com/office/officeart/2018/2/layout/IconVerticalSolidList"/>
    <dgm:cxn modelId="{1328D857-95AE-48B4-8E8C-3D97C3719B1D}" type="presParOf" srcId="{0844FBDB-ACC5-4071-AC3C-BA2EE0A62AC0}" destId="{066DEEEA-D9F1-4315-92CC-8CCF57E156E1}" srcOrd="1" destOrd="0" presId="urn:microsoft.com/office/officeart/2018/2/layout/IconVerticalSolidList"/>
    <dgm:cxn modelId="{C05C8048-4BF8-4F0E-9E6A-5C2697458641}" type="presParOf" srcId="{0844FBDB-ACC5-4071-AC3C-BA2EE0A62AC0}" destId="{7EC36EF0-780C-4009-8FBA-D84F622B70B4}" srcOrd="2" destOrd="0" presId="urn:microsoft.com/office/officeart/2018/2/layout/IconVerticalSolidList"/>
    <dgm:cxn modelId="{FE3E8FF7-54ED-4B96-A1E2-706F8E361A59}" type="presParOf" srcId="{0844FBDB-ACC5-4071-AC3C-BA2EE0A62AC0}" destId="{23647476-23A7-4232-954B-9027E90EF0C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9115430-1824-4EBE-9F51-704F7F1AA188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5D94A9B-BD52-4F28-906E-F7BD35D8E3C1}">
      <dgm:prSet/>
      <dgm:spPr/>
      <dgm:t>
        <a:bodyPr/>
        <a:lstStyle/>
        <a:p>
          <a:r>
            <a:rPr lang="en-US" dirty="0"/>
            <a:t>Stream                          | Market Size   | </a:t>
          </a:r>
          <a:r>
            <a:rPr lang="en-US" dirty="0" err="1"/>
            <a:t>PulseNote</a:t>
          </a:r>
          <a:r>
            <a:rPr lang="en-US" dirty="0"/>
            <a:t> Reach (3–5 yrs)</a:t>
          </a:r>
        </a:p>
      </dgm:t>
    </dgm:pt>
    <dgm:pt modelId="{24B25B6B-235C-4826-BEBC-B1AD49E262E8}" type="parTrans" cxnId="{BB17DCE0-49D5-4642-AFA3-E1EEBA3CC289}">
      <dgm:prSet/>
      <dgm:spPr/>
      <dgm:t>
        <a:bodyPr/>
        <a:lstStyle/>
        <a:p>
          <a:endParaRPr lang="en-US"/>
        </a:p>
      </dgm:t>
    </dgm:pt>
    <dgm:pt modelId="{2E9AE37A-F6DE-4EA0-9084-65E2290A429A}" type="sibTrans" cxnId="{BB17DCE0-49D5-4642-AFA3-E1EEBA3CC289}">
      <dgm:prSet/>
      <dgm:spPr/>
      <dgm:t>
        <a:bodyPr/>
        <a:lstStyle/>
        <a:p>
          <a:endParaRPr lang="en-US"/>
        </a:p>
      </dgm:t>
    </dgm:pt>
    <dgm:pt modelId="{E5EBEF45-F0A9-4D69-8F14-6EA7D805273D}">
      <dgm:prSet/>
      <dgm:spPr/>
      <dgm:t>
        <a:bodyPr/>
        <a:lstStyle/>
        <a:p>
          <a:r>
            <a:rPr lang="en-US"/>
            <a:t>Doctor appointments   | $1.5–3B       | $30M–100M</a:t>
          </a:r>
        </a:p>
      </dgm:t>
    </dgm:pt>
    <dgm:pt modelId="{288A42A3-3A82-4074-BDCF-FD35F1E0A0C7}" type="parTrans" cxnId="{5FE63490-AACC-4AF6-8E45-66D2A3CB8092}">
      <dgm:prSet/>
      <dgm:spPr/>
      <dgm:t>
        <a:bodyPr/>
        <a:lstStyle/>
        <a:p>
          <a:endParaRPr lang="en-US"/>
        </a:p>
      </dgm:t>
    </dgm:pt>
    <dgm:pt modelId="{99A0A802-EF7D-423C-AA99-47C03767F2F4}" type="sibTrans" cxnId="{5FE63490-AACC-4AF6-8E45-66D2A3CB8092}">
      <dgm:prSet/>
      <dgm:spPr/>
      <dgm:t>
        <a:bodyPr/>
        <a:lstStyle/>
        <a:p>
          <a:endParaRPr lang="en-US"/>
        </a:p>
      </dgm:t>
    </dgm:pt>
    <dgm:pt modelId="{D2A83CA6-0175-48D5-98AD-DED3EE8F2354}">
      <dgm:prSet/>
      <dgm:spPr/>
      <dgm:t>
        <a:bodyPr/>
        <a:lstStyle/>
        <a:p>
          <a:r>
            <a:rPr lang="en-US"/>
            <a:t>Pharma &amp; eRx             | $3.2B          | $100M–200M</a:t>
          </a:r>
        </a:p>
      </dgm:t>
    </dgm:pt>
    <dgm:pt modelId="{E489EF1B-B14D-4569-B43E-23FD6500893E}" type="parTrans" cxnId="{9D351FDF-476C-4FAC-9894-FCB3BBD4F880}">
      <dgm:prSet/>
      <dgm:spPr/>
      <dgm:t>
        <a:bodyPr/>
        <a:lstStyle/>
        <a:p>
          <a:endParaRPr lang="en-US"/>
        </a:p>
      </dgm:t>
    </dgm:pt>
    <dgm:pt modelId="{6C987E6F-3EC6-40BC-84EF-BF59F6883AC1}" type="sibTrans" cxnId="{9D351FDF-476C-4FAC-9894-FCB3BBD4F880}">
      <dgm:prSet/>
      <dgm:spPr/>
      <dgm:t>
        <a:bodyPr/>
        <a:lstStyle/>
        <a:p>
          <a:endParaRPr lang="en-US"/>
        </a:p>
      </dgm:t>
    </dgm:pt>
    <dgm:pt modelId="{7D26A2DB-4536-4F2E-91F6-12ED1E4CB343}">
      <dgm:prSet/>
      <dgm:spPr/>
      <dgm:t>
        <a:bodyPr/>
        <a:lstStyle/>
        <a:p>
          <a:r>
            <a:rPr lang="en-US"/>
            <a:t>Pathology referrals     | $300M+        | $10M+ enabled</a:t>
          </a:r>
        </a:p>
      </dgm:t>
    </dgm:pt>
    <dgm:pt modelId="{03D0311A-0046-4EC4-B490-216FE28EE139}" type="parTrans" cxnId="{BC0B9D33-01A4-48E6-ADFE-472A6EDB9AAD}">
      <dgm:prSet/>
      <dgm:spPr/>
      <dgm:t>
        <a:bodyPr/>
        <a:lstStyle/>
        <a:p>
          <a:endParaRPr lang="en-US"/>
        </a:p>
      </dgm:t>
    </dgm:pt>
    <dgm:pt modelId="{25F2532D-ED79-4697-9AC6-01B1149C2E92}" type="sibTrans" cxnId="{BC0B9D33-01A4-48E6-ADFE-472A6EDB9AAD}">
      <dgm:prSet/>
      <dgm:spPr/>
      <dgm:t>
        <a:bodyPr/>
        <a:lstStyle/>
        <a:p>
          <a:endParaRPr lang="en-US"/>
        </a:p>
      </dgm:t>
    </dgm:pt>
    <dgm:pt modelId="{E6F52071-A579-4957-BC5E-8E304E041242}">
      <dgm:prSet/>
      <dgm:spPr/>
      <dgm:t>
        <a:bodyPr/>
        <a:lstStyle/>
        <a:p>
          <a:r>
            <a:rPr lang="en-US"/>
            <a:t>Digital booking fees   | $2M–10M     | Optional</a:t>
          </a:r>
        </a:p>
      </dgm:t>
    </dgm:pt>
    <dgm:pt modelId="{9760CD9B-78D9-4FFF-A79B-789114B52D89}" type="parTrans" cxnId="{9F3DED77-71F2-4167-9194-59216DCB1A09}">
      <dgm:prSet/>
      <dgm:spPr/>
      <dgm:t>
        <a:bodyPr/>
        <a:lstStyle/>
        <a:p>
          <a:endParaRPr lang="en-US"/>
        </a:p>
      </dgm:t>
    </dgm:pt>
    <dgm:pt modelId="{FFA2C4E5-277E-4CA8-BC24-5115E7FD33CC}" type="sibTrans" cxnId="{9F3DED77-71F2-4167-9194-59216DCB1A09}">
      <dgm:prSet/>
      <dgm:spPr/>
      <dgm:t>
        <a:bodyPr/>
        <a:lstStyle/>
        <a:p>
          <a:endParaRPr lang="en-US"/>
        </a:p>
      </dgm:t>
    </dgm:pt>
    <dgm:pt modelId="{9F20590E-6946-41CC-819F-2CD94343864E}">
      <dgm:prSet/>
      <dgm:spPr/>
      <dgm:t>
        <a:bodyPr/>
        <a:lstStyle/>
        <a:p>
          <a:r>
            <a:rPr lang="en-US"/>
            <a:t>Even a 2% penetration = massive financial and health impact.</a:t>
          </a:r>
        </a:p>
      </dgm:t>
    </dgm:pt>
    <dgm:pt modelId="{93A1446F-FFE0-4559-82DB-AEC355ADE113}" type="parTrans" cxnId="{7CCAB68A-039F-4B33-B32F-FD28C897A94E}">
      <dgm:prSet/>
      <dgm:spPr/>
      <dgm:t>
        <a:bodyPr/>
        <a:lstStyle/>
        <a:p>
          <a:endParaRPr lang="en-US"/>
        </a:p>
      </dgm:t>
    </dgm:pt>
    <dgm:pt modelId="{235652AB-6009-4899-A7C8-B46E86D0EE23}" type="sibTrans" cxnId="{7CCAB68A-039F-4B33-B32F-FD28C897A94E}">
      <dgm:prSet/>
      <dgm:spPr/>
      <dgm:t>
        <a:bodyPr/>
        <a:lstStyle/>
        <a:p>
          <a:endParaRPr lang="en-US"/>
        </a:p>
      </dgm:t>
    </dgm:pt>
    <dgm:pt modelId="{BA265BDF-7582-7944-9D70-1ED6E117CE09}" type="pres">
      <dgm:prSet presAssocID="{D9115430-1824-4EBE-9F51-704F7F1AA188}" presName="diagram" presStyleCnt="0">
        <dgm:presLayoutVars>
          <dgm:dir/>
          <dgm:resizeHandles val="exact"/>
        </dgm:presLayoutVars>
      </dgm:prSet>
      <dgm:spPr/>
    </dgm:pt>
    <dgm:pt modelId="{231D20CC-9C74-7149-BD47-C83870B4CC1B}" type="pres">
      <dgm:prSet presAssocID="{75D94A9B-BD52-4F28-906E-F7BD35D8E3C1}" presName="node" presStyleLbl="node1" presStyleIdx="0" presStyleCnt="6">
        <dgm:presLayoutVars>
          <dgm:bulletEnabled val="1"/>
        </dgm:presLayoutVars>
      </dgm:prSet>
      <dgm:spPr/>
    </dgm:pt>
    <dgm:pt modelId="{7636EF7D-F89E-0D44-AA72-C1F69C2B78EF}" type="pres">
      <dgm:prSet presAssocID="{2E9AE37A-F6DE-4EA0-9084-65E2290A429A}" presName="sibTrans" presStyleCnt="0"/>
      <dgm:spPr/>
    </dgm:pt>
    <dgm:pt modelId="{C70CDE6D-862B-334E-8608-55FE83131AB6}" type="pres">
      <dgm:prSet presAssocID="{E5EBEF45-F0A9-4D69-8F14-6EA7D805273D}" presName="node" presStyleLbl="node1" presStyleIdx="1" presStyleCnt="6">
        <dgm:presLayoutVars>
          <dgm:bulletEnabled val="1"/>
        </dgm:presLayoutVars>
      </dgm:prSet>
      <dgm:spPr/>
    </dgm:pt>
    <dgm:pt modelId="{1D8FB736-C8FB-C44D-A4CE-5C3B3C9B83AE}" type="pres">
      <dgm:prSet presAssocID="{99A0A802-EF7D-423C-AA99-47C03767F2F4}" presName="sibTrans" presStyleCnt="0"/>
      <dgm:spPr/>
    </dgm:pt>
    <dgm:pt modelId="{509A468E-438D-4C4D-8AC9-60AC2431C3B7}" type="pres">
      <dgm:prSet presAssocID="{D2A83CA6-0175-48D5-98AD-DED3EE8F2354}" presName="node" presStyleLbl="node1" presStyleIdx="2" presStyleCnt="6">
        <dgm:presLayoutVars>
          <dgm:bulletEnabled val="1"/>
        </dgm:presLayoutVars>
      </dgm:prSet>
      <dgm:spPr/>
    </dgm:pt>
    <dgm:pt modelId="{D1D25346-22D8-0242-AFAC-6FA47026D26F}" type="pres">
      <dgm:prSet presAssocID="{6C987E6F-3EC6-40BC-84EF-BF59F6883AC1}" presName="sibTrans" presStyleCnt="0"/>
      <dgm:spPr/>
    </dgm:pt>
    <dgm:pt modelId="{788BBBEB-A4DE-5644-B29C-679582F0FD37}" type="pres">
      <dgm:prSet presAssocID="{7D26A2DB-4536-4F2E-91F6-12ED1E4CB343}" presName="node" presStyleLbl="node1" presStyleIdx="3" presStyleCnt="6">
        <dgm:presLayoutVars>
          <dgm:bulletEnabled val="1"/>
        </dgm:presLayoutVars>
      </dgm:prSet>
      <dgm:spPr/>
    </dgm:pt>
    <dgm:pt modelId="{3DF7ED82-DC0F-A040-B60F-ABDE1E0E6046}" type="pres">
      <dgm:prSet presAssocID="{25F2532D-ED79-4697-9AC6-01B1149C2E92}" presName="sibTrans" presStyleCnt="0"/>
      <dgm:spPr/>
    </dgm:pt>
    <dgm:pt modelId="{FCB90C1A-C45F-5341-82E2-52B6FAD44F7F}" type="pres">
      <dgm:prSet presAssocID="{E6F52071-A579-4957-BC5E-8E304E041242}" presName="node" presStyleLbl="node1" presStyleIdx="4" presStyleCnt="6">
        <dgm:presLayoutVars>
          <dgm:bulletEnabled val="1"/>
        </dgm:presLayoutVars>
      </dgm:prSet>
      <dgm:spPr/>
    </dgm:pt>
    <dgm:pt modelId="{8E8E837D-BB0F-8341-9FF1-38E8CE22F2C5}" type="pres">
      <dgm:prSet presAssocID="{FFA2C4E5-277E-4CA8-BC24-5115E7FD33CC}" presName="sibTrans" presStyleCnt="0"/>
      <dgm:spPr/>
    </dgm:pt>
    <dgm:pt modelId="{489B733C-1D03-1747-856A-DDE5A1D46011}" type="pres">
      <dgm:prSet presAssocID="{9F20590E-6946-41CC-819F-2CD94343864E}" presName="node" presStyleLbl="node1" presStyleIdx="5" presStyleCnt="6">
        <dgm:presLayoutVars>
          <dgm:bulletEnabled val="1"/>
        </dgm:presLayoutVars>
      </dgm:prSet>
      <dgm:spPr/>
    </dgm:pt>
  </dgm:ptLst>
  <dgm:cxnLst>
    <dgm:cxn modelId="{BC0B9D33-01A4-48E6-ADFE-472A6EDB9AAD}" srcId="{D9115430-1824-4EBE-9F51-704F7F1AA188}" destId="{7D26A2DB-4536-4F2E-91F6-12ED1E4CB343}" srcOrd="3" destOrd="0" parTransId="{03D0311A-0046-4EC4-B490-216FE28EE139}" sibTransId="{25F2532D-ED79-4697-9AC6-01B1149C2E92}"/>
    <dgm:cxn modelId="{7C220038-BDCD-0248-BF70-64FE1FAA86E7}" type="presOf" srcId="{7D26A2DB-4536-4F2E-91F6-12ED1E4CB343}" destId="{788BBBEB-A4DE-5644-B29C-679582F0FD37}" srcOrd="0" destOrd="0" presId="urn:microsoft.com/office/officeart/2005/8/layout/default"/>
    <dgm:cxn modelId="{7E2D0E48-D2BE-BB4F-B7F9-924A290C37A4}" type="presOf" srcId="{D9115430-1824-4EBE-9F51-704F7F1AA188}" destId="{BA265BDF-7582-7944-9D70-1ED6E117CE09}" srcOrd="0" destOrd="0" presId="urn:microsoft.com/office/officeart/2005/8/layout/default"/>
    <dgm:cxn modelId="{6E2C1365-A944-A546-B509-021A36EB6289}" type="presOf" srcId="{D2A83CA6-0175-48D5-98AD-DED3EE8F2354}" destId="{509A468E-438D-4C4D-8AC9-60AC2431C3B7}" srcOrd="0" destOrd="0" presId="urn:microsoft.com/office/officeart/2005/8/layout/default"/>
    <dgm:cxn modelId="{9F3DED77-71F2-4167-9194-59216DCB1A09}" srcId="{D9115430-1824-4EBE-9F51-704F7F1AA188}" destId="{E6F52071-A579-4957-BC5E-8E304E041242}" srcOrd="4" destOrd="0" parTransId="{9760CD9B-78D9-4FFF-A79B-789114B52D89}" sibTransId="{FFA2C4E5-277E-4CA8-BC24-5115E7FD33CC}"/>
    <dgm:cxn modelId="{B5760C86-AD0C-3C40-8D51-24EFFAA9A63C}" type="presOf" srcId="{9F20590E-6946-41CC-819F-2CD94343864E}" destId="{489B733C-1D03-1747-856A-DDE5A1D46011}" srcOrd="0" destOrd="0" presId="urn:microsoft.com/office/officeart/2005/8/layout/default"/>
    <dgm:cxn modelId="{33AE6886-5051-364F-AAE6-B1B412E673AE}" type="presOf" srcId="{E5EBEF45-F0A9-4D69-8F14-6EA7D805273D}" destId="{C70CDE6D-862B-334E-8608-55FE83131AB6}" srcOrd="0" destOrd="0" presId="urn:microsoft.com/office/officeart/2005/8/layout/default"/>
    <dgm:cxn modelId="{7CCAB68A-039F-4B33-B32F-FD28C897A94E}" srcId="{D9115430-1824-4EBE-9F51-704F7F1AA188}" destId="{9F20590E-6946-41CC-819F-2CD94343864E}" srcOrd="5" destOrd="0" parTransId="{93A1446F-FFE0-4559-82DB-AEC355ADE113}" sibTransId="{235652AB-6009-4899-A7C8-B46E86D0EE23}"/>
    <dgm:cxn modelId="{5FE63490-AACC-4AF6-8E45-66D2A3CB8092}" srcId="{D9115430-1824-4EBE-9F51-704F7F1AA188}" destId="{E5EBEF45-F0A9-4D69-8F14-6EA7D805273D}" srcOrd="1" destOrd="0" parTransId="{288A42A3-3A82-4074-BDCF-FD35F1E0A0C7}" sibTransId="{99A0A802-EF7D-423C-AA99-47C03767F2F4}"/>
    <dgm:cxn modelId="{AC0670CB-FC25-0841-B962-D60C686063F3}" type="presOf" srcId="{75D94A9B-BD52-4F28-906E-F7BD35D8E3C1}" destId="{231D20CC-9C74-7149-BD47-C83870B4CC1B}" srcOrd="0" destOrd="0" presId="urn:microsoft.com/office/officeart/2005/8/layout/default"/>
    <dgm:cxn modelId="{9D351FDF-476C-4FAC-9894-FCB3BBD4F880}" srcId="{D9115430-1824-4EBE-9F51-704F7F1AA188}" destId="{D2A83CA6-0175-48D5-98AD-DED3EE8F2354}" srcOrd="2" destOrd="0" parTransId="{E489EF1B-B14D-4569-B43E-23FD6500893E}" sibTransId="{6C987E6F-3EC6-40BC-84EF-BF59F6883AC1}"/>
    <dgm:cxn modelId="{BB17DCE0-49D5-4642-AFA3-E1EEBA3CC289}" srcId="{D9115430-1824-4EBE-9F51-704F7F1AA188}" destId="{75D94A9B-BD52-4F28-906E-F7BD35D8E3C1}" srcOrd="0" destOrd="0" parTransId="{24B25B6B-235C-4826-BEBC-B1AD49E262E8}" sibTransId="{2E9AE37A-F6DE-4EA0-9084-65E2290A429A}"/>
    <dgm:cxn modelId="{18821BFB-8C00-274D-A4BB-DCEA547AF059}" type="presOf" srcId="{E6F52071-A579-4957-BC5E-8E304E041242}" destId="{FCB90C1A-C45F-5341-82E2-52B6FAD44F7F}" srcOrd="0" destOrd="0" presId="urn:microsoft.com/office/officeart/2005/8/layout/default"/>
    <dgm:cxn modelId="{85E61A4B-0EE5-164B-94C0-66BD27218B15}" type="presParOf" srcId="{BA265BDF-7582-7944-9D70-1ED6E117CE09}" destId="{231D20CC-9C74-7149-BD47-C83870B4CC1B}" srcOrd="0" destOrd="0" presId="urn:microsoft.com/office/officeart/2005/8/layout/default"/>
    <dgm:cxn modelId="{AA72F6AB-2E77-5545-8EEA-6D74E01B0CD1}" type="presParOf" srcId="{BA265BDF-7582-7944-9D70-1ED6E117CE09}" destId="{7636EF7D-F89E-0D44-AA72-C1F69C2B78EF}" srcOrd="1" destOrd="0" presId="urn:microsoft.com/office/officeart/2005/8/layout/default"/>
    <dgm:cxn modelId="{9E9658B8-A747-7C45-975B-8DD54C714FA6}" type="presParOf" srcId="{BA265BDF-7582-7944-9D70-1ED6E117CE09}" destId="{C70CDE6D-862B-334E-8608-55FE83131AB6}" srcOrd="2" destOrd="0" presId="urn:microsoft.com/office/officeart/2005/8/layout/default"/>
    <dgm:cxn modelId="{E54A3912-B1CF-9C4F-9B01-723769E86A4B}" type="presParOf" srcId="{BA265BDF-7582-7944-9D70-1ED6E117CE09}" destId="{1D8FB736-C8FB-C44D-A4CE-5C3B3C9B83AE}" srcOrd="3" destOrd="0" presId="urn:microsoft.com/office/officeart/2005/8/layout/default"/>
    <dgm:cxn modelId="{54EFC160-CAFA-3F4E-8F7F-1CBA14B89D2D}" type="presParOf" srcId="{BA265BDF-7582-7944-9D70-1ED6E117CE09}" destId="{509A468E-438D-4C4D-8AC9-60AC2431C3B7}" srcOrd="4" destOrd="0" presId="urn:microsoft.com/office/officeart/2005/8/layout/default"/>
    <dgm:cxn modelId="{757FFF82-FD02-D542-A2BE-B2BB6755AEFD}" type="presParOf" srcId="{BA265BDF-7582-7944-9D70-1ED6E117CE09}" destId="{D1D25346-22D8-0242-AFAC-6FA47026D26F}" srcOrd="5" destOrd="0" presId="urn:microsoft.com/office/officeart/2005/8/layout/default"/>
    <dgm:cxn modelId="{B3754BEF-803E-2541-89FF-7B63336B4580}" type="presParOf" srcId="{BA265BDF-7582-7944-9D70-1ED6E117CE09}" destId="{788BBBEB-A4DE-5644-B29C-679582F0FD37}" srcOrd="6" destOrd="0" presId="urn:microsoft.com/office/officeart/2005/8/layout/default"/>
    <dgm:cxn modelId="{AD7EE0CA-BCB2-0E48-B72C-4DDA10E91982}" type="presParOf" srcId="{BA265BDF-7582-7944-9D70-1ED6E117CE09}" destId="{3DF7ED82-DC0F-A040-B60F-ABDE1E0E6046}" srcOrd="7" destOrd="0" presId="urn:microsoft.com/office/officeart/2005/8/layout/default"/>
    <dgm:cxn modelId="{BBD5F0EF-D21D-1044-9320-CFD902E2EF12}" type="presParOf" srcId="{BA265BDF-7582-7944-9D70-1ED6E117CE09}" destId="{FCB90C1A-C45F-5341-82E2-52B6FAD44F7F}" srcOrd="8" destOrd="0" presId="urn:microsoft.com/office/officeart/2005/8/layout/default"/>
    <dgm:cxn modelId="{D930CF6C-8990-DE45-92A6-E27C65BD4B88}" type="presParOf" srcId="{BA265BDF-7582-7944-9D70-1ED6E117CE09}" destId="{8E8E837D-BB0F-8341-9FF1-38E8CE22F2C5}" srcOrd="9" destOrd="0" presId="urn:microsoft.com/office/officeart/2005/8/layout/default"/>
    <dgm:cxn modelId="{944150A3-2C65-114D-A685-38E63241C952}" type="presParOf" srcId="{BA265BDF-7582-7944-9D70-1ED6E117CE09}" destId="{489B733C-1D03-1747-856A-DDE5A1D46011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15A5D9-836C-1943-B55A-F994F17BE0A1}">
      <dsp:nvSpPr>
        <dsp:cNvPr id="0" name=""/>
        <dsp:cNvSpPr/>
      </dsp:nvSpPr>
      <dsp:spPr>
        <a:xfrm>
          <a:off x="0" y="573683"/>
          <a:ext cx="2464593" cy="147875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No centralized patient medical history system</a:t>
          </a:r>
        </a:p>
      </dsp:txBody>
      <dsp:txXfrm>
        <a:off x="0" y="573683"/>
        <a:ext cx="2464593" cy="1478756"/>
      </dsp:txXfrm>
    </dsp:sp>
    <dsp:sp modelId="{5C1E2C1B-8698-AD41-A715-CC6A61325C71}">
      <dsp:nvSpPr>
        <dsp:cNvPr id="0" name=""/>
        <dsp:cNvSpPr/>
      </dsp:nvSpPr>
      <dsp:spPr>
        <a:xfrm>
          <a:off x="2711053" y="573683"/>
          <a:ext cx="2464593" cy="147875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Paper-based prescriptions dominate</a:t>
          </a:r>
        </a:p>
      </dsp:txBody>
      <dsp:txXfrm>
        <a:off x="2711053" y="573683"/>
        <a:ext cx="2464593" cy="1478756"/>
      </dsp:txXfrm>
    </dsp:sp>
    <dsp:sp modelId="{A4DBD085-B1A2-7949-9B0A-5DE4C84F689E}">
      <dsp:nvSpPr>
        <dsp:cNvPr id="0" name=""/>
        <dsp:cNvSpPr/>
      </dsp:nvSpPr>
      <dsp:spPr>
        <a:xfrm>
          <a:off x="5422106" y="573683"/>
          <a:ext cx="2464593" cy="147875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Most chamber doctors work manually</a:t>
          </a:r>
        </a:p>
      </dsp:txBody>
      <dsp:txXfrm>
        <a:off x="5422106" y="573683"/>
        <a:ext cx="2464593" cy="1478756"/>
      </dsp:txXfrm>
    </dsp:sp>
    <dsp:sp modelId="{4CEEEA4C-C93D-6A4C-A2F4-B99F64326D5F}">
      <dsp:nvSpPr>
        <dsp:cNvPr id="0" name=""/>
        <dsp:cNvSpPr/>
      </dsp:nvSpPr>
      <dsp:spPr>
        <a:xfrm>
          <a:off x="1355526" y="2298898"/>
          <a:ext cx="2464593" cy="147875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Rural patients often lose access to past records</a:t>
          </a:r>
        </a:p>
      </dsp:txBody>
      <dsp:txXfrm>
        <a:off x="1355526" y="2298898"/>
        <a:ext cx="2464593" cy="1478756"/>
      </dsp:txXfrm>
    </dsp:sp>
    <dsp:sp modelId="{9D86DDE0-5E5A-F54A-B89E-E76757400454}">
      <dsp:nvSpPr>
        <dsp:cNvPr id="0" name=""/>
        <dsp:cNvSpPr/>
      </dsp:nvSpPr>
      <dsp:spPr>
        <a:xfrm>
          <a:off x="4066579" y="2298898"/>
          <a:ext cx="2464593" cy="147875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Health information is fragmented and inconsistent</a:t>
          </a:r>
        </a:p>
      </dsp:txBody>
      <dsp:txXfrm>
        <a:off x="4066579" y="2298898"/>
        <a:ext cx="2464593" cy="14787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181279-BF5D-2740-9D84-5AE220A9462A}">
      <dsp:nvSpPr>
        <dsp:cNvPr id="0" name=""/>
        <dsp:cNvSpPr/>
      </dsp:nvSpPr>
      <dsp:spPr>
        <a:xfrm>
          <a:off x="0" y="587190"/>
          <a:ext cx="5175384" cy="1034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WHO estimates ~60% diagnostic errors are due to lack of history</a:t>
          </a:r>
        </a:p>
      </dsp:txBody>
      <dsp:txXfrm>
        <a:off x="50489" y="637679"/>
        <a:ext cx="5074406" cy="933302"/>
      </dsp:txXfrm>
    </dsp:sp>
    <dsp:sp modelId="{25996DC2-40F7-EC49-83E3-DA7E409DE4D1}">
      <dsp:nvSpPr>
        <dsp:cNvPr id="0" name=""/>
        <dsp:cNvSpPr/>
      </dsp:nvSpPr>
      <dsp:spPr>
        <a:xfrm>
          <a:off x="0" y="1696350"/>
          <a:ext cx="5175384" cy="1034280"/>
        </a:xfrm>
        <a:prstGeom prst="round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In Bangladesh, 25,000+ deaths yearly are linked to mistreatment</a:t>
          </a:r>
        </a:p>
      </dsp:txBody>
      <dsp:txXfrm>
        <a:off x="50489" y="1746839"/>
        <a:ext cx="5074406" cy="933302"/>
      </dsp:txXfrm>
    </dsp:sp>
    <dsp:sp modelId="{E32EAADE-59CD-6642-A4DC-D318B63A3FA4}">
      <dsp:nvSpPr>
        <dsp:cNvPr id="0" name=""/>
        <dsp:cNvSpPr/>
      </dsp:nvSpPr>
      <dsp:spPr>
        <a:xfrm>
          <a:off x="0" y="2805510"/>
          <a:ext cx="5175384" cy="103428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Repeat tests, misdiagnoses, and wrong medications are common</a:t>
          </a:r>
        </a:p>
      </dsp:txBody>
      <dsp:txXfrm>
        <a:off x="50489" y="2855999"/>
        <a:ext cx="5074406" cy="933302"/>
      </dsp:txXfrm>
    </dsp:sp>
    <dsp:sp modelId="{28DC15B4-2002-C847-87C7-0B0FE4200067}">
      <dsp:nvSpPr>
        <dsp:cNvPr id="0" name=""/>
        <dsp:cNvSpPr/>
      </dsp:nvSpPr>
      <dsp:spPr>
        <a:xfrm>
          <a:off x="0" y="3914670"/>
          <a:ext cx="5175384" cy="1034280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Chronic patients like diabetics and cardiac patients are most affected</a:t>
          </a:r>
        </a:p>
      </dsp:txBody>
      <dsp:txXfrm>
        <a:off x="50489" y="3965159"/>
        <a:ext cx="5074406" cy="9333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4373C2-D617-4A1A-A81F-794F062D6D55}">
      <dsp:nvSpPr>
        <dsp:cNvPr id="0" name=""/>
        <dsp:cNvSpPr/>
      </dsp:nvSpPr>
      <dsp:spPr>
        <a:xfrm>
          <a:off x="0" y="1727"/>
          <a:ext cx="4988440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BB62F6-1744-42EA-A4D3-3F2C29F5825A}">
      <dsp:nvSpPr>
        <dsp:cNvPr id="0" name=""/>
        <dsp:cNvSpPr/>
      </dsp:nvSpPr>
      <dsp:spPr>
        <a:xfrm>
          <a:off x="222611" y="167305"/>
          <a:ext cx="404747" cy="4047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6D2090-4C4B-4E1E-B135-35922BA6278B}">
      <dsp:nvSpPr>
        <dsp:cNvPr id="0" name=""/>
        <dsp:cNvSpPr/>
      </dsp:nvSpPr>
      <dsp:spPr>
        <a:xfrm>
          <a:off x="849970" y="1727"/>
          <a:ext cx="4138469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Population: 170 million</a:t>
          </a:r>
        </a:p>
      </dsp:txBody>
      <dsp:txXfrm>
        <a:off x="849970" y="1727"/>
        <a:ext cx="4138469" cy="735904"/>
      </dsp:txXfrm>
    </dsp:sp>
    <dsp:sp modelId="{A4AD9AC9-946E-4052-B350-482374210AC9}">
      <dsp:nvSpPr>
        <dsp:cNvPr id="0" name=""/>
        <dsp:cNvSpPr/>
      </dsp:nvSpPr>
      <dsp:spPr>
        <a:xfrm>
          <a:off x="0" y="921608"/>
          <a:ext cx="4988440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F5E8EC-401D-4510-90E6-EBAA78D447DC}">
      <dsp:nvSpPr>
        <dsp:cNvPr id="0" name=""/>
        <dsp:cNvSpPr/>
      </dsp:nvSpPr>
      <dsp:spPr>
        <a:xfrm>
          <a:off x="222611" y="1087186"/>
          <a:ext cx="404747" cy="4047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ABDB6F-B9E3-4E46-9354-00D1C89C5B6E}">
      <dsp:nvSpPr>
        <dsp:cNvPr id="0" name=""/>
        <dsp:cNvSpPr/>
      </dsp:nvSpPr>
      <dsp:spPr>
        <a:xfrm>
          <a:off x="849970" y="921608"/>
          <a:ext cx="4138469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Estimated 120,000+ active doctors</a:t>
          </a:r>
        </a:p>
      </dsp:txBody>
      <dsp:txXfrm>
        <a:off x="849970" y="921608"/>
        <a:ext cx="4138469" cy="735904"/>
      </dsp:txXfrm>
    </dsp:sp>
    <dsp:sp modelId="{C521EF58-5C9A-46A9-A118-C22E20973263}">
      <dsp:nvSpPr>
        <dsp:cNvPr id="0" name=""/>
        <dsp:cNvSpPr/>
      </dsp:nvSpPr>
      <dsp:spPr>
        <a:xfrm>
          <a:off x="0" y="1841489"/>
          <a:ext cx="4988440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156D05-7A81-4750-9F27-D13DF77412DF}">
      <dsp:nvSpPr>
        <dsp:cNvPr id="0" name=""/>
        <dsp:cNvSpPr/>
      </dsp:nvSpPr>
      <dsp:spPr>
        <a:xfrm>
          <a:off x="222611" y="2007067"/>
          <a:ext cx="404747" cy="4047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DF70C6-A191-4B62-B2E0-698B20ADD378}">
      <dsp:nvSpPr>
        <dsp:cNvPr id="0" name=""/>
        <dsp:cNvSpPr/>
      </dsp:nvSpPr>
      <dsp:spPr>
        <a:xfrm>
          <a:off x="849970" y="1841489"/>
          <a:ext cx="4138469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Over 2.5 million outpatient visits daily</a:t>
          </a:r>
        </a:p>
      </dsp:txBody>
      <dsp:txXfrm>
        <a:off x="849970" y="1841489"/>
        <a:ext cx="4138469" cy="735904"/>
      </dsp:txXfrm>
    </dsp:sp>
    <dsp:sp modelId="{00079DFB-FE54-4152-A6EF-35D30067611C}">
      <dsp:nvSpPr>
        <dsp:cNvPr id="0" name=""/>
        <dsp:cNvSpPr/>
      </dsp:nvSpPr>
      <dsp:spPr>
        <a:xfrm>
          <a:off x="0" y="2761370"/>
          <a:ext cx="4988440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85500B-FBED-4EBD-8D32-8026B8489CD6}">
      <dsp:nvSpPr>
        <dsp:cNvPr id="0" name=""/>
        <dsp:cNvSpPr/>
      </dsp:nvSpPr>
      <dsp:spPr>
        <a:xfrm>
          <a:off x="222611" y="2926948"/>
          <a:ext cx="404747" cy="40474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9D7046-E60A-4D50-B129-DBF27D442C3D}">
      <dsp:nvSpPr>
        <dsp:cNvPr id="0" name=""/>
        <dsp:cNvSpPr/>
      </dsp:nvSpPr>
      <dsp:spPr>
        <a:xfrm>
          <a:off x="849970" y="2761370"/>
          <a:ext cx="4138469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- 70% of visits occur in private chambers</a:t>
          </a:r>
        </a:p>
      </dsp:txBody>
      <dsp:txXfrm>
        <a:off x="849970" y="2761370"/>
        <a:ext cx="4138469" cy="735904"/>
      </dsp:txXfrm>
    </dsp:sp>
    <dsp:sp modelId="{88ADE774-4248-412D-ADDE-3FA03A2AD1E4}">
      <dsp:nvSpPr>
        <dsp:cNvPr id="0" name=""/>
        <dsp:cNvSpPr/>
      </dsp:nvSpPr>
      <dsp:spPr>
        <a:xfrm>
          <a:off x="0" y="3681251"/>
          <a:ext cx="4988440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E09CFE-384F-4249-99EC-467A7A363CDC}">
      <dsp:nvSpPr>
        <dsp:cNvPr id="0" name=""/>
        <dsp:cNvSpPr/>
      </dsp:nvSpPr>
      <dsp:spPr>
        <a:xfrm>
          <a:off x="222611" y="3846829"/>
          <a:ext cx="404747" cy="40474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80B6C2-6985-4062-B545-9A096DC0D0F5}">
      <dsp:nvSpPr>
        <dsp:cNvPr id="0" name=""/>
        <dsp:cNvSpPr/>
      </dsp:nvSpPr>
      <dsp:spPr>
        <a:xfrm>
          <a:off x="849970" y="3681251"/>
          <a:ext cx="4138469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Healthcare market size: $2B+ annually</a:t>
          </a:r>
        </a:p>
      </dsp:txBody>
      <dsp:txXfrm>
        <a:off x="849970" y="3681251"/>
        <a:ext cx="4138469" cy="735904"/>
      </dsp:txXfrm>
    </dsp:sp>
    <dsp:sp modelId="{5CFF46D2-CC18-49FA-BB59-49AC458656EC}">
      <dsp:nvSpPr>
        <dsp:cNvPr id="0" name=""/>
        <dsp:cNvSpPr/>
      </dsp:nvSpPr>
      <dsp:spPr>
        <a:xfrm>
          <a:off x="0" y="4601132"/>
          <a:ext cx="4988440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19975F-E0AF-478B-A429-78CF0947CB2F}">
      <dsp:nvSpPr>
        <dsp:cNvPr id="0" name=""/>
        <dsp:cNvSpPr/>
      </dsp:nvSpPr>
      <dsp:spPr>
        <a:xfrm>
          <a:off x="222611" y="4766710"/>
          <a:ext cx="404747" cy="40474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F90BB4-A9EE-4277-8349-34A2CC0A1324}">
      <dsp:nvSpPr>
        <dsp:cNvPr id="0" name=""/>
        <dsp:cNvSpPr/>
      </dsp:nvSpPr>
      <dsp:spPr>
        <a:xfrm>
          <a:off x="849970" y="4601132"/>
          <a:ext cx="4138469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Digital health adoption: &lt;10% – massive opportunity</a:t>
          </a:r>
        </a:p>
      </dsp:txBody>
      <dsp:txXfrm>
        <a:off x="849970" y="4601132"/>
        <a:ext cx="4138469" cy="7359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0AEC79-F2B0-B146-9D38-8CC36B1C20B8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0F483A-41C6-C143-8D5D-B7AA3CD5C7D0}">
      <dsp:nvSpPr>
        <dsp:cNvPr id="0" name=""/>
        <dsp:cNvSpPr/>
      </dsp:nvSpPr>
      <dsp:spPr>
        <a:xfrm>
          <a:off x="0" y="2703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Rahim, a worker in Chittagong, suffers recurring gastric issues.</a:t>
          </a:r>
        </a:p>
      </dsp:txBody>
      <dsp:txXfrm>
        <a:off x="0" y="2703"/>
        <a:ext cx="5175384" cy="921789"/>
      </dsp:txXfrm>
    </dsp:sp>
    <dsp:sp modelId="{6D91BE2E-84E0-C24E-BB45-A7D2C57814D7}">
      <dsp:nvSpPr>
        <dsp:cNvPr id="0" name=""/>
        <dsp:cNvSpPr/>
      </dsp:nvSpPr>
      <dsp:spPr>
        <a:xfrm>
          <a:off x="0" y="92449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415805-A7C5-3F4B-A919-F4EA36B40BB9}">
      <dsp:nvSpPr>
        <dsp:cNvPr id="0" name=""/>
        <dsp:cNvSpPr/>
      </dsp:nvSpPr>
      <dsp:spPr>
        <a:xfrm>
          <a:off x="0" y="924492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He’s seen multiple doctors but forgets past meds/tests.</a:t>
          </a:r>
        </a:p>
      </dsp:txBody>
      <dsp:txXfrm>
        <a:off x="0" y="924492"/>
        <a:ext cx="5175384" cy="921789"/>
      </dsp:txXfrm>
    </dsp:sp>
    <dsp:sp modelId="{5C6338EF-F8AE-0A48-B692-179000469E95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F9B710-A6A5-4F42-BAB0-C6986427CA72}">
      <dsp:nvSpPr>
        <dsp:cNvPr id="0" name=""/>
        <dsp:cNvSpPr/>
      </dsp:nvSpPr>
      <dsp:spPr>
        <a:xfrm>
          <a:off x="0" y="1846281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With PulseNote:</a:t>
          </a:r>
        </a:p>
      </dsp:txBody>
      <dsp:txXfrm>
        <a:off x="0" y="1846281"/>
        <a:ext cx="5175384" cy="921789"/>
      </dsp:txXfrm>
    </dsp:sp>
    <dsp:sp modelId="{5829516F-ECBB-914C-BEA1-E318B7354D79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0A62AC-F3BE-2A4F-9078-3BA498C34635}">
      <dsp:nvSpPr>
        <dsp:cNvPr id="0" name=""/>
        <dsp:cNvSpPr/>
      </dsp:nvSpPr>
      <dsp:spPr>
        <a:xfrm>
          <a:off x="0" y="2768070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Logs in with OTP, sees all prescriptions &amp; test reports</a:t>
          </a:r>
        </a:p>
      </dsp:txBody>
      <dsp:txXfrm>
        <a:off x="0" y="2768070"/>
        <a:ext cx="5175384" cy="921789"/>
      </dsp:txXfrm>
    </dsp:sp>
    <dsp:sp modelId="{79455636-086F-1B41-A77F-4A99407D1CBD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A0E98B-E718-1D40-91B5-7FAA037C6791}">
      <dsp:nvSpPr>
        <dsp:cNvPr id="0" name=""/>
        <dsp:cNvSpPr/>
      </dsp:nvSpPr>
      <dsp:spPr>
        <a:xfrm>
          <a:off x="0" y="3689859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Books appointment, doctor sees full history</a:t>
          </a:r>
        </a:p>
      </dsp:txBody>
      <dsp:txXfrm>
        <a:off x="0" y="3689859"/>
        <a:ext cx="5175384" cy="921789"/>
      </dsp:txXfrm>
    </dsp:sp>
    <dsp:sp modelId="{4EF6E8DF-8350-8F4C-B74D-7BEBD675C362}">
      <dsp:nvSpPr>
        <dsp:cNvPr id="0" name=""/>
        <dsp:cNvSpPr/>
      </dsp:nvSpPr>
      <dsp:spPr>
        <a:xfrm>
          <a:off x="0" y="461164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4FEEB9-D28A-AD4C-B7B2-1A2438771DCA}">
      <dsp:nvSpPr>
        <dsp:cNvPr id="0" name=""/>
        <dsp:cNvSpPr/>
      </dsp:nvSpPr>
      <dsp:spPr>
        <a:xfrm>
          <a:off x="0" y="4611648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Voice-based prescription generates a Bengali PDF instantly</a:t>
          </a:r>
        </a:p>
      </dsp:txBody>
      <dsp:txXfrm>
        <a:off x="0" y="4611648"/>
        <a:ext cx="5175384" cy="9217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FD485E-7445-8347-B8F2-492E8DC395D2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68D4B7-7734-344F-BE44-1C68E46785FF}">
      <dsp:nvSpPr>
        <dsp:cNvPr id="0" name=""/>
        <dsp:cNvSpPr/>
      </dsp:nvSpPr>
      <dsp:spPr>
        <a:xfrm>
          <a:off x="0" y="675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Dr. Salam sees 40–50 patients daily in his chamber.</a:t>
          </a:r>
        </a:p>
      </dsp:txBody>
      <dsp:txXfrm>
        <a:off x="0" y="675"/>
        <a:ext cx="5175384" cy="790684"/>
      </dsp:txXfrm>
    </dsp:sp>
    <dsp:sp modelId="{A8D2345D-25F2-2649-9F3A-98BCD9973A42}">
      <dsp:nvSpPr>
        <dsp:cNvPr id="0" name=""/>
        <dsp:cNvSpPr/>
      </dsp:nvSpPr>
      <dsp:spPr>
        <a:xfrm>
          <a:off x="0" y="7913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DB58EF-C1E2-E646-B2D0-6596339A41F2}">
      <dsp:nvSpPr>
        <dsp:cNvPr id="0" name=""/>
        <dsp:cNvSpPr/>
      </dsp:nvSpPr>
      <dsp:spPr>
        <a:xfrm>
          <a:off x="0" y="791359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Before PulseNote:</a:t>
          </a:r>
        </a:p>
      </dsp:txBody>
      <dsp:txXfrm>
        <a:off x="0" y="791359"/>
        <a:ext cx="5175384" cy="790684"/>
      </dsp:txXfrm>
    </dsp:sp>
    <dsp:sp modelId="{491D6F76-9F73-1D4E-95A5-1C5A5D59BF05}">
      <dsp:nvSpPr>
        <dsp:cNvPr id="0" name=""/>
        <dsp:cNvSpPr/>
      </dsp:nvSpPr>
      <dsp:spPr>
        <a:xfrm>
          <a:off x="0" y="1582044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7A2E4E-A993-704F-8CAB-7DB702738008}">
      <dsp:nvSpPr>
        <dsp:cNvPr id="0" name=""/>
        <dsp:cNvSpPr/>
      </dsp:nvSpPr>
      <dsp:spPr>
        <a:xfrm>
          <a:off x="0" y="1582044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He rewrote prescriptions for the same chronic patients</a:t>
          </a:r>
        </a:p>
      </dsp:txBody>
      <dsp:txXfrm>
        <a:off x="0" y="1582044"/>
        <a:ext cx="5175384" cy="790684"/>
      </dsp:txXfrm>
    </dsp:sp>
    <dsp:sp modelId="{E2ACD9FE-72D6-3941-AA90-24C8DDB544D0}">
      <dsp:nvSpPr>
        <dsp:cNvPr id="0" name=""/>
        <dsp:cNvSpPr/>
      </dsp:nvSpPr>
      <dsp:spPr>
        <a:xfrm>
          <a:off x="0" y="237272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0D05C4-0997-2346-B444-330309FCF0F4}">
      <dsp:nvSpPr>
        <dsp:cNvPr id="0" name=""/>
        <dsp:cNvSpPr/>
      </dsp:nvSpPr>
      <dsp:spPr>
        <a:xfrm>
          <a:off x="0" y="2372728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Now:</a:t>
          </a:r>
        </a:p>
      </dsp:txBody>
      <dsp:txXfrm>
        <a:off x="0" y="2372728"/>
        <a:ext cx="5175384" cy="790684"/>
      </dsp:txXfrm>
    </dsp:sp>
    <dsp:sp modelId="{12C91C14-9DEF-A74C-8C07-C48696491023}">
      <dsp:nvSpPr>
        <dsp:cNvPr id="0" name=""/>
        <dsp:cNvSpPr/>
      </dsp:nvSpPr>
      <dsp:spPr>
        <a:xfrm>
          <a:off x="0" y="316341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F52B94-3C81-C444-8866-F07AEAE12365}">
      <dsp:nvSpPr>
        <dsp:cNvPr id="0" name=""/>
        <dsp:cNvSpPr/>
      </dsp:nvSpPr>
      <dsp:spPr>
        <a:xfrm>
          <a:off x="0" y="3163412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Sees previous visit history, test reports</a:t>
          </a:r>
        </a:p>
      </dsp:txBody>
      <dsp:txXfrm>
        <a:off x="0" y="3163412"/>
        <a:ext cx="5175384" cy="790684"/>
      </dsp:txXfrm>
    </dsp:sp>
    <dsp:sp modelId="{CDB0437C-250B-6442-B688-DF2FBA9F3F36}">
      <dsp:nvSpPr>
        <dsp:cNvPr id="0" name=""/>
        <dsp:cNvSpPr/>
      </dsp:nvSpPr>
      <dsp:spPr>
        <a:xfrm>
          <a:off x="0" y="3954096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983E4C-F0C5-CD4A-9A3D-F64751F0D95A}">
      <dsp:nvSpPr>
        <dsp:cNvPr id="0" name=""/>
        <dsp:cNvSpPr/>
      </dsp:nvSpPr>
      <dsp:spPr>
        <a:xfrm>
          <a:off x="0" y="3954096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Uses voice-to-text + GPT to auto-summarize in Bengali</a:t>
          </a:r>
        </a:p>
      </dsp:txBody>
      <dsp:txXfrm>
        <a:off x="0" y="3954096"/>
        <a:ext cx="5175384" cy="790684"/>
      </dsp:txXfrm>
    </dsp:sp>
    <dsp:sp modelId="{3CC35680-4401-8141-92DE-F31D78C9FAC9}">
      <dsp:nvSpPr>
        <dsp:cNvPr id="0" name=""/>
        <dsp:cNvSpPr/>
      </dsp:nvSpPr>
      <dsp:spPr>
        <a:xfrm>
          <a:off x="0" y="47447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61C3EF-FB01-AB47-9296-625D80BCCA49}">
      <dsp:nvSpPr>
        <dsp:cNvPr id="0" name=""/>
        <dsp:cNvSpPr/>
      </dsp:nvSpPr>
      <dsp:spPr>
        <a:xfrm>
          <a:off x="0" y="4744781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Gains business insight: earnings, patient volume, trends</a:t>
          </a:r>
        </a:p>
      </dsp:txBody>
      <dsp:txXfrm>
        <a:off x="0" y="4744781"/>
        <a:ext cx="5175384" cy="79068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490D3B-0C47-824E-99F1-3C10335C15C2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2BB95C-2A49-B14D-9B3A-7271EF27E1EC}">
      <dsp:nvSpPr>
        <dsp:cNvPr id="0" name=""/>
        <dsp:cNvSpPr/>
      </dsp:nvSpPr>
      <dsp:spPr>
        <a:xfrm>
          <a:off x="0" y="675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DocTime: Focuses only on video consultation</a:t>
          </a:r>
        </a:p>
      </dsp:txBody>
      <dsp:txXfrm>
        <a:off x="0" y="675"/>
        <a:ext cx="5175384" cy="614976"/>
      </dsp:txXfrm>
    </dsp:sp>
    <dsp:sp modelId="{2AC6D2D0-D417-8F4C-8C64-9ACD7C252575}">
      <dsp:nvSpPr>
        <dsp:cNvPr id="0" name=""/>
        <dsp:cNvSpPr/>
      </dsp:nvSpPr>
      <dsp:spPr>
        <a:xfrm>
          <a:off x="0" y="61565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7D2EB7-02F6-594A-802E-2CCB958A05FA}">
      <dsp:nvSpPr>
        <dsp:cNvPr id="0" name=""/>
        <dsp:cNvSpPr/>
      </dsp:nvSpPr>
      <dsp:spPr>
        <a:xfrm>
          <a:off x="0" y="615652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CMED: Health vitals tracking, no prescription ecosystem</a:t>
          </a:r>
        </a:p>
      </dsp:txBody>
      <dsp:txXfrm>
        <a:off x="0" y="615652"/>
        <a:ext cx="5175384" cy="614976"/>
      </dsp:txXfrm>
    </dsp:sp>
    <dsp:sp modelId="{186521E0-6D01-BA45-AB98-6AE39546F466}">
      <dsp:nvSpPr>
        <dsp:cNvPr id="0" name=""/>
        <dsp:cNvSpPr/>
      </dsp:nvSpPr>
      <dsp:spPr>
        <a:xfrm>
          <a:off x="0" y="123062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3A38D3-2137-F74D-ACE1-E36BBA98DBD3}">
      <dsp:nvSpPr>
        <dsp:cNvPr id="0" name=""/>
        <dsp:cNvSpPr/>
      </dsp:nvSpPr>
      <dsp:spPr>
        <a:xfrm>
          <a:off x="0" y="1230628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Maya: Anonymous chat, not prescription-based</a:t>
          </a:r>
        </a:p>
      </dsp:txBody>
      <dsp:txXfrm>
        <a:off x="0" y="1230628"/>
        <a:ext cx="5175384" cy="614976"/>
      </dsp:txXfrm>
    </dsp:sp>
    <dsp:sp modelId="{9C753AF3-570F-6D49-A0A5-C34D2691BCD1}">
      <dsp:nvSpPr>
        <dsp:cNvPr id="0" name=""/>
        <dsp:cNvSpPr/>
      </dsp:nvSpPr>
      <dsp:spPr>
        <a:xfrm>
          <a:off x="0" y="184560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344690-603B-824D-86EE-36F8495127D3}">
      <dsp:nvSpPr>
        <dsp:cNvPr id="0" name=""/>
        <dsp:cNvSpPr/>
      </dsp:nvSpPr>
      <dsp:spPr>
        <a:xfrm>
          <a:off x="0" y="1845605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Praava: Subscription model, only for premium users</a:t>
          </a:r>
        </a:p>
      </dsp:txBody>
      <dsp:txXfrm>
        <a:off x="0" y="1845605"/>
        <a:ext cx="5175384" cy="614976"/>
      </dsp:txXfrm>
    </dsp:sp>
    <dsp:sp modelId="{A780C947-928C-3C44-8D9D-8877F8D14E17}">
      <dsp:nvSpPr>
        <dsp:cNvPr id="0" name=""/>
        <dsp:cNvSpPr/>
      </dsp:nvSpPr>
      <dsp:spPr>
        <a:xfrm>
          <a:off x="0" y="246058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E7FDBE-EF39-2E45-82D2-3625CF6E7B3E}">
      <dsp:nvSpPr>
        <dsp:cNvPr id="0" name=""/>
        <dsp:cNvSpPr/>
      </dsp:nvSpPr>
      <dsp:spPr>
        <a:xfrm>
          <a:off x="0" y="2460582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Why They Failed to Scale:</a:t>
          </a:r>
        </a:p>
      </dsp:txBody>
      <dsp:txXfrm>
        <a:off x="0" y="2460582"/>
        <a:ext cx="5175384" cy="614976"/>
      </dsp:txXfrm>
    </dsp:sp>
    <dsp:sp modelId="{4638C346-5BBB-D04F-907E-35426316F332}">
      <dsp:nvSpPr>
        <dsp:cNvPr id="0" name=""/>
        <dsp:cNvSpPr/>
      </dsp:nvSpPr>
      <dsp:spPr>
        <a:xfrm>
          <a:off x="0" y="307555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2D16C5-C92D-3148-B2E0-84B524A6E811}">
      <dsp:nvSpPr>
        <dsp:cNvPr id="0" name=""/>
        <dsp:cNvSpPr/>
      </dsp:nvSpPr>
      <dsp:spPr>
        <a:xfrm>
          <a:off x="0" y="3075558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No focus on chamber-based doctors</a:t>
          </a:r>
        </a:p>
      </dsp:txBody>
      <dsp:txXfrm>
        <a:off x="0" y="3075558"/>
        <a:ext cx="5175384" cy="614976"/>
      </dsp:txXfrm>
    </dsp:sp>
    <dsp:sp modelId="{8ABE044A-84B9-C045-9317-B8ACE5493850}">
      <dsp:nvSpPr>
        <dsp:cNvPr id="0" name=""/>
        <dsp:cNvSpPr/>
      </dsp:nvSpPr>
      <dsp:spPr>
        <a:xfrm>
          <a:off x="0" y="369053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95D0E5-46BA-A94E-A771-8AE0436D19D0}">
      <dsp:nvSpPr>
        <dsp:cNvPr id="0" name=""/>
        <dsp:cNvSpPr/>
      </dsp:nvSpPr>
      <dsp:spPr>
        <a:xfrm>
          <a:off x="0" y="3690535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No Bengali-first prescription system</a:t>
          </a:r>
        </a:p>
      </dsp:txBody>
      <dsp:txXfrm>
        <a:off x="0" y="3690535"/>
        <a:ext cx="5175384" cy="614976"/>
      </dsp:txXfrm>
    </dsp:sp>
    <dsp:sp modelId="{B3BC5677-7D69-2C4C-9926-5FB5B80B2498}">
      <dsp:nvSpPr>
        <dsp:cNvPr id="0" name=""/>
        <dsp:cNvSpPr/>
      </dsp:nvSpPr>
      <dsp:spPr>
        <a:xfrm>
          <a:off x="0" y="430551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885DC4-EBFC-094D-9F35-D7A9FF79B58E}">
      <dsp:nvSpPr>
        <dsp:cNvPr id="0" name=""/>
        <dsp:cNvSpPr/>
      </dsp:nvSpPr>
      <dsp:spPr>
        <a:xfrm>
          <a:off x="0" y="4305512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No ecosystem linking patients, doctors, and pharmacies</a:t>
          </a:r>
        </a:p>
      </dsp:txBody>
      <dsp:txXfrm>
        <a:off x="0" y="4305512"/>
        <a:ext cx="5175384" cy="614976"/>
      </dsp:txXfrm>
    </dsp:sp>
    <dsp:sp modelId="{E9EDF23F-3DDF-5140-A546-FD80C4B711B2}">
      <dsp:nvSpPr>
        <dsp:cNvPr id="0" name=""/>
        <dsp:cNvSpPr/>
      </dsp:nvSpPr>
      <dsp:spPr>
        <a:xfrm>
          <a:off x="0" y="492048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D87138-BC31-AB48-9175-7C80B88308AE}">
      <dsp:nvSpPr>
        <dsp:cNvPr id="0" name=""/>
        <dsp:cNvSpPr/>
      </dsp:nvSpPr>
      <dsp:spPr>
        <a:xfrm>
          <a:off x="0" y="4920488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No offline-first approach or voice automation</a:t>
          </a:r>
        </a:p>
      </dsp:txBody>
      <dsp:txXfrm>
        <a:off x="0" y="4920488"/>
        <a:ext cx="5175384" cy="61497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E5935F-F571-4F17-B8F8-16E97CAC7399}">
      <dsp:nvSpPr>
        <dsp:cNvPr id="0" name=""/>
        <dsp:cNvSpPr/>
      </dsp:nvSpPr>
      <dsp:spPr>
        <a:xfrm>
          <a:off x="0" y="651"/>
          <a:ext cx="4988440" cy="5474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90DD9F-E38B-4DFD-A554-12E5E5A9F50F}">
      <dsp:nvSpPr>
        <dsp:cNvPr id="0" name=""/>
        <dsp:cNvSpPr/>
      </dsp:nvSpPr>
      <dsp:spPr>
        <a:xfrm>
          <a:off x="165598" y="123823"/>
          <a:ext cx="301087" cy="3010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F7EA21-3CAE-4243-B332-38EC6263BA23}">
      <dsp:nvSpPr>
        <dsp:cNvPr id="0" name=""/>
        <dsp:cNvSpPr/>
      </dsp:nvSpPr>
      <dsp:spPr>
        <a:xfrm>
          <a:off x="632283" y="651"/>
          <a:ext cx="4356156" cy="547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937" tIns="57937" rIns="57937" bIns="5793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Annual doctor visits: 500M+ </a:t>
          </a:r>
        </a:p>
      </dsp:txBody>
      <dsp:txXfrm>
        <a:off x="632283" y="651"/>
        <a:ext cx="4356156" cy="547431"/>
      </dsp:txXfrm>
    </dsp:sp>
    <dsp:sp modelId="{49312BA0-4743-44B3-9E9C-059F1D1E1B75}">
      <dsp:nvSpPr>
        <dsp:cNvPr id="0" name=""/>
        <dsp:cNvSpPr/>
      </dsp:nvSpPr>
      <dsp:spPr>
        <a:xfrm>
          <a:off x="0" y="684941"/>
          <a:ext cx="4988440" cy="5474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ECE763-F50C-4288-A0F2-4A095B0CFF8E}">
      <dsp:nvSpPr>
        <dsp:cNvPr id="0" name=""/>
        <dsp:cNvSpPr/>
      </dsp:nvSpPr>
      <dsp:spPr>
        <a:xfrm>
          <a:off x="165598" y="808113"/>
          <a:ext cx="301087" cy="3010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6A5EA0-5047-40A5-A33B-DCB4550D6D81}">
      <dsp:nvSpPr>
        <dsp:cNvPr id="0" name=""/>
        <dsp:cNvSpPr/>
      </dsp:nvSpPr>
      <dsp:spPr>
        <a:xfrm>
          <a:off x="632283" y="684941"/>
          <a:ext cx="4356156" cy="547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937" tIns="57937" rIns="57937" bIns="5793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Avg chamber fee: BDT 300–800 → $1.5–3B market</a:t>
          </a:r>
        </a:p>
      </dsp:txBody>
      <dsp:txXfrm>
        <a:off x="632283" y="684941"/>
        <a:ext cx="4356156" cy="547431"/>
      </dsp:txXfrm>
    </dsp:sp>
    <dsp:sp modelId="{B24AC100-1F15-4504-94D9-0C14C374DE54}">
      <dsp:nvSpPr>
        <dsp:cNvPr id="0" name=""/>
        <dsp:cNvSpPr/>
      </dsp:nvSpPr>
      <dsp:spPr>
        <a:xfrm>
          <a:off x="0" y="1369231"/>
          <a:ext cx="4988440" cy="5474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57B62F-01D5-4A4F-83B7-30EAAEE51DDD}">
      <dsp:nvSpPr>
        <dsp:cNvPr id="0" name=""/>
        <dsp:cNvSpPr/>
      </dsp:nvSpPr>
      <dsp:spPr>
        <a:xfrm>
          <a:off x="165598" y="1492403"/>
          <a:ext cx="301087" cy="3010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B5C1A1-43CC-4AAA-9524-4AB50143F62A}">
      <dsp:nvSpPr>
        <dsp:cNvPr id="0" name=""/>
        <dsp:cNvSpPr/>
      </dsp:nvSpPr>
      <dsp:spPr>
        <a:xfrm>
          <a:off x="632283" y="1369231"/>
          <a:ext cx="4356156" cy="547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937" tIns="57937" rIns="57937" bIns="5793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Pharma market: $3.2B/year</a:t>
          </a:r>
        </a:p>
      </dsp:txBody>
      <dsp:txXfrm>
        <a:off x="632283" y="1369231"/>
        <a:ext cx="4356156" cy="547431"/>
      </dsp:txXfrm>
    </dsp:sp>
    <dsp:sp modelId="{8145700A-0648-41F8-B3E0-106FAB2E8058}">
      <dsp:nvSpPr>
        <dsp:cNvPr id="0" name=""/>
        <dsp:cNvSpPr/>
      </dsp:nvSpPr>
      <dsp:spPr>
        <a:xfrm>
          <a:off x="0" y="2053521"/>
          <a:ext cx="4988440" cy="5474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A4C99D-54AA-4B3F-A9B1-BEB77AE4E94B}">
      <dsp:nvSpPr>
        <dsp:cNvPr id="0" name=""/>
        <dsp:cNvSpPr/>
      </dsp:nvSpPr>
      <dsp:spPr>
        <a:xfrm>
          <a:off x="165598" y="2176693"/>
          <a:ext cx="301087" cy="3010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547E69-244E-44A6-8462-C181512D8367}">
      <dsp:nvSpPr>
        <dsp:cNvPr id="0" name=""/>
        <dsp:cNvSpPr/>
      </dsp:nvSpPr>
      <dsp:spPr>
        <a:xfrm>
          <a:off x="632283" y="2053521"/>
          <a:ext cx="4356156" cy="547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937" tIns="57937" rIns="57937" bIns="5793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Pathology referrals: $300M+</a:t>
          </a:r>
        </a:p>
      </dsp:txBody>
      <dsp:txXfrm>
        <a:off x="632283" y="2053521"/>
        <a:ext cx="4356156" cy="547431"/>
      </dsp:txXfrm>
    </dsp:sp>
    <dsp:sp modelId="{E1422FC3-1B4D-4A27-BF2B-DAFA8C886559}">
      <dsp:nvSpPr>
        <dsp:cNvPr id="0" name=""/>
        <dsp:cNvSpPr/>
      </dsp:nvSpPr>
      <dsp:spPr>
        <a:xfrm>
          <a:off x="0" y="2737810"/>
          <a:ext cx="4988440" cy="5474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2AAECE-3C4A-4396-92EA-2AAF00D72AD9}">
      <dsp:nvSpPr>
        <dsp:cNvPr id="0" name=""/>
        <dsp:cNvSpPr/>
      </dsp:nvSpPr>
      <dsp:spPr>
        <a:xfrm>
          <a:off x="165598" y="2860983"/>
          <a:ext cx="301087" cy="30108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C8BB35-8AA9-4394-B1F2-5255F45DAE7F}">
      <dsp:nvSpPr>
        <dsp:cNvPr id="0" name=""/>
        <dsp:cNvSpPr/>
      </dsp:nvSpPr>
      <dsp:spPr>
        <a:xfrm>
          <a:off x="632283" y="2737810"/>
          <a:ext cx="4356156" cy="547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937" tIns="57937" rIns="57937" bIns="5793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Digital health adoption still &lt;10%</a:t>
          </a:r>
        </a:p>
      </dsp:txBody>
      <dsp:txXfrm>
        <a:off x="632283" y="2737810"/>
        <a:ext cx="4356156" cy="547431"/>
      </dsp:txXfrm>
    </dsp:sp>
    <dsp:sp modelId="{2A828B29-BDB3-4FE3-9967-7437660B9E42}">
      <dsp:nvSpPr>
        <dsp:cNvPr id="0" name=""/>
        <dsp:cNvSpPr/>
      </dsp:nvSpPr>
      <dsp:spPr>
        <a:xfrm>
          <a:off x="0" y="3422100"/>
          <a:ext cx="4988440" cy="5474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9A9B87-95C9-4B85-B75A-F0586B52B73D}">
      <dsp:nvSpPr>
        <dsp:cNvPr id="0" name=""/>
        <dsp:cNvSpPr/>
      </dsp:nvSpPr>
      <dsp:spPr>
        <a:xfrm>
          <a:off x="165598" y="3545272"/>
          <a:ext cx="301087" cy="30108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979E9F-47D1-4F8A-ADBF-95306C33CD35}">
      <dsp:nvSpPr>
        <dsp:cNvPr id="0" name=""/>
        <dsp:cNvSpPr/>
      </dsp:nvSpPr>
      <dsp:spPr>
        <a:xfrm>
          <a:off x="632283" y="3422100"/>
          <a:ext cx="4356156" cy="547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937" tIns="57937" rIns="57937" bIns="5793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PulseNote can influence:</a:t>
          </a:r>
        </a:p>
      </dsp:txBody>
      <dsp:txXfrm>
        <a:off x="632283" y="3422100"/>
        <a:ext cx="4356156" cy="547431"/>
      </dsp:txXfrm>
    </dsp:sp>
    <dsp:sp modelId="{623300F5-9E5B-471E-81A7-009648D2C05B}">
      <dsp:nvSpPr>
        <dsp:cNvPr id="0" name=""/>
        <dsp:cNvSpPr/>
      </dsp:nvSpPr>
      <dsp:spPr>
        <a:xfrm>
          <a:off x="0" y="4106390"/>
          <a:ext cx="4988440" cy="5474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FD27BA-0370-4DEE-80C9-CEB098330FC9}">
      <dsp:nvSpPr>
        <dsp:cNvPr id="0" name=""/>
        <dsp:cNvSpPr/>
      </dsp:nvSpPr>
      <dsp:spPr>
        <a:xfrm>
          <a:off x="165598" y="4229562"/>
          <a:ext cx="301087" cy="301087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C45628-917D-4120-B711-C22B13B3A3B7}">
      <dsp:nvSpPr>
        <dsp:cNvPr id="0" name=""/>
        <dsp:cNvSpPr/>
      </dsp:nvSpPr>
      <dsp:spPr>
        <a:xfrm>
          <a:off x="632283" y="4106390"/>
          <a:ext cx="4356156" cy="547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937" tIns="57937" rIns="57937" bIns="5793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Appointments, eRx, payments, reminders, patient history</a:t>
          </a:r>
        </a:p>
      </dsp:txBody>
      <dsp:txXfrm>
        <a:off x="632283" y="4106390"/>
        <a:ext cx="4356156" cy="547431"/>
      </dsp:txXfrm>
    </dsp:sp>
    <dsp:sp modelId="{33993068-CEDA-4716-AE32-ECB24451487A}">
      <dsp:nvSpPr>
        <dsp:cNvPr id="0" name=""/>
        <dsp:cNvSpPr/>
      </dsp:nvSpPr>
      <dsp:spPr>
        <a:xfrm>
          <a:off x="0" y="4790680"/>
          <a:ext cx="4988440" cy="54743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6DEEEA-D9F1-4315-92CC-8CCF57E156E1}">
      <dsp:nvSpPr>
        <dsp:cNvPr id="0" name=""/>
        <dsp:cNvSpPr/>
      </dsp:nvSpPr>
      <dsp:spPr>
        <a:xfrm>
          <a:off x="165598" y="4913852"/>
          <a:ext cx="301087" cy="301087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647476-23A7-4232-954B-9027E90EF0CD}">
      <dsp:nvSpPr>
        <dsp:cNvPr id="0" name=""/>
        <dsp:cNvSpPr/>
      </dsp:nvSpPr>
      <dsp:spPr>
        <a:xfrm>
          <a:off x="632283" y="4790680"/>
          <a:ext cx="4356156" cy="547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937" tIns="57937" rIns="57937" bIns="5793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A potential $100M+ flow of medical value in 3–5 years</a:t>
          </a:r>
        </a:p>
      </dsp:txBody>
      <dsp:txXfrm>
        <a:off x="632283" y="4790680"/>
        <a:ext cx="4356156" cy="54743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1D20CC-9C74-7149-BD47-C83870B4CC1B}">
      <dsp:nvSpPr>
        <dsp:cNvPr id="0" name=""/>
        <dsp:cNvSpPr/>
      </dsp:nvSpPr>
      <dsp:spPr>
        <a:xfrm>
          <a:off x="582" y="484533"/>
          <a:ext cx="2272382" cy="136342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Stream                          | Market Size   | </a:t>
          </a:r>
          <a:r>
            <a:rPr lang="en-US" sz="2100" kern="1200" dirty="0" err="1"/>
            <a:t>PulseNote</a:t>
          </a:r>
          <a:r>
            <a:rPr lang="en-US" sz="2100" kern="1200" dirty="0"/>
            <a:t> Reach (3–5 yrs)</a:t>
          </a:r>
        </a:p>
      </dsp:txBody>
      <dsp:txXfrm>
        <a:off x="582" y="484533"/>
        <a:ext cx="2272382" cy="1363429"/>
      </dsp:txXfrm>
    </dsp:sp>
    <dsp:sp modelId="{C70CDE6D-862B-334E-8608-55FE83131AB6}">
      <dsp:nvSpPr>
        <dsp:cNvPr id="0" name=""/>
        <dsp:cNvSpPr/>
      </dsp:nvSpPr>
      <dsp:spPr>
        <a:xfrm>
          <a:off x="2500203" y="484533"/>
          <a:ext cx="2272382" cy="1363429"/>
        </a:xfrm>
        <a:prstGeom prst="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Doctor appointments   | $1.5–3B       | $30M–100M</a:t>
          </a:r>
        </a:p>
      </dsp:txBody>
      <dsp:txXfrm>
        <a:off x="2500203" y="484533"/>
        <a:ext cx="2272382" cy="1363429"/>
      </dsp:txXfrm>
    </dsp:sp>
    <dsp:sp modelId="{509A468E-438D-4C4D-8AC9-60AC2431C3B7}">
      <dsp:nvSpPr>
        <dsp:cNvPr id="0" name=""/>
        <dsp:cNvSpPr/>
      </dsp:nvSpPr>
      <dsp:spPr>
        <a:xfrm>
          <a:off x="582" y="2075201"/>
          <a:ext cx="2272382" cy="1363429"/>
        </a:xfrm>
        <a:prstGeom prst="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Pharma &amp; eRx             | $3.2B          | $100M–200M</a:t>
          </a:r>
        </a:p>
      </dsp:txBody>
      <dsp:txXfrm>
        <a:off x="582" y="2075201"/>
        <a:ext cx="2272382" cy="1363429"/>
      </dsp:txXfrm>
    </dsp:sp>
    <dsp:sp modelId="{788BBBEB-A4DE-5644-B29C-679582F0FD37}">
      <dsp:nvSpPr>
        <dsp:cNvPr id="0" name=""/>
        <dsp:cNvSpPr/>
      </dsp:nvSpPr>
      <dsp:spPr>
        <a:xfrm>
          <a:off x="2500203" y="2075201"/>
          <a:ext cx="2272382" cy="1363429"/>
        </a:xfrm>
        <a:prstGeom prst="rect">
          <a:avLst/>
        </a:prstGeom>
        <a:solidFill>
          <a:schemeClr val="accent2">
            <a:hueOff val="2808912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Pathology referrals     | $300M+        | $10M+ enabled</a:t>
          </a:r>
        </a:p>
      </dsp:txBody>
      <dsp:txXfrm>
        <a:off x="2500203" y="2075201"/>
        <a:ext cx="2272382" cy="1363429"/>
      </dsp:txXfrm>
    </dsp:sp>
    <dsp:sp modelId="{FCB90C1A-C45F-5341-82E2-52B6FAD44F7F}">
      <dsp:nvSpPr>
        <dsp:cNvPr id="0" name=""/>
        <dsp:cNvSpPr/>
      </dsp:nvSpPr>
      <dsp:spPr>
        <a:xfrm>
          <a:off x="582" y="3665868"/>
          <a:ext cx="2272382" cy="1363429"/>
        </a:xfrm>
        <a:prstGeom prst="rect">
          <a:avLst/>
        </a:prstGeom>
        <a:solidFill>
          <a:schemeClr val="accent2">
            <a:hueOff val="3745216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Digital booking fees   | $2M–10M     | Optional</a:t>
          </a:r>
        </a:p>
      </dsp:txBody>
      <dsp:txXfrm>
        <a:off x="582" y="3665868"/>
        <a:ext cx="2272382" cy="1363429"/>
      </dsp:txXfrm>
    </dsp:sp>
    <dsp:sp modelId="{489B733C-1D03-1747-856A-DDE5A1D46011}">
      <dsp:nvSpPr>
        <dsp:cNvPr id="0" name=""/>
        <dsp:cNvSpPr/>
      </dsp:nvSpPr>
      <dsp:spPr>
        <a:xfrm>
          <a:off x="2500203" y="3665868"/>
          <a:ext cx="2272382" cy="1363429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Even a 2% penetration = massive financial and health impact.</a:t>
          </a:r>
        </a:p>
      </dsp:txBody>
      <dsp:txXfrm>
        <a:off x="2500203" y="3665868"/>
        <a:ext cx="2272382" cy="13634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824F3A7-DFB5-53B6-C828-B3ED6D8DEED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6814" r="20186"/>
          <a:stretch/>
        </p:blipFill>
        <p:spPr>
          <a:xfrm>
            <a:off x="20" y="243291"/>
            <a:ext cx="9143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AU"/>
              <a:t>Current Scenario in Bangladesh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709803-C477-E9D6-7C7D-30A513B22D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985777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AU" sz="4700"/>
              <a:t>Impact of Missing Medical History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6B152C-BDD2-5C32-AAEE-BD89290DBA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746378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rPr lang="en-AU" sz="4100"/>
              <a:t>Bangladesh Healthcare Market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82DED2-8A4E-AD48-3D8F-EFA619C9FB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603191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AU" sz="4300"/>
              <a:t>PulseNote Vision – Patient: Rahim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919724-AB95-80E5-0C87-F120613F29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377250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AU" sz="3600"/>
              <a:t>PulseNote Vision – Doctor: Dr. Salam (Chittagong)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426458-EEC1-9097-7DE2-E87C44424B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398596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AU" sz="4000"/>
              <a:t>Other Players in Bangladesh – Limitations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FD1AAC-6D5E-52AA-987F-D8EEC397A0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105095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rPr lang="en-AU" sz="4100"/>
              <a:t>Bangladesh Healthcare Market – Where PulseNote Fits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749079-66CB-A041-4FDA-BB6C7D8339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9101009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AU" sz="3500"/>
              <a:t>Market Reach Summary – PulseNote (USD)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6C02EA9A-9CD1-CAE8-0E2C-887D1037C7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5331617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489</Words>
  <Application>Microsoft Macintosh PowerPoint</Application>
  <PresentationFormat>On-screen Show (4:3)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Current Scenario in Bangladesh</vt:lpstr>
      <vt:lpstr>Impact of Missing Medical History</vt:lpstr>
      <vt:lpstr>Bangladesh Healthcare Market</vt:lpstr>
      <vt:lpstr>PulseNote Vision – Patient: Rahim</vt:lpstr>
      <vt:lpstr>PulseNote Vision – Doctor: Dr. Salam (Chittagong)</vt:lpstr>
      <vt:lpstr>Other Players in Bangladesh – Limitations</vt:lpstr>
      <vt:lpstr>Bangladesh Healthcare Market – Where PulseNote Fits</vt:lpstr>
      <vt:lpstr>Market Reach Summary – PulseNote (USD)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Md Abdul Jabbar</cp:lastModifiedBy>
  <cp:revision>3</cp:revision>
  <dcterms:created xsi:type="dcterms:W3CDTF">2013-01-27T09:14:16Z</dcterms:created>
  <dcterms:modified xsi:type="dcterms:W3CDTF">2025-04-16T11:39:02Z</dcterms:modified>
  <cp:category/>
</cp:coreProperties>
</file>